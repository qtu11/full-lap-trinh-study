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33"/>
  </p:notesMasterIdLst>
  <p:sldIdLst>
    <p:sldId id="312" r:id="rId2"/>
    <p:sldId id="260" r:id="rId3"/>
    <p:sldId id="262" r:id="rId4"/>
    <p:sldId id="264" r:id="rId5"/>
    <p:sldId id="266" r:id="rId6"/>
    <p:sldId id="268" r:id="rId7"/>
    <p:sldId id="270" r:id="rId8"/>
    <p:sldId id="291" r:id="rId9"/>
    <p:sldId id="276" r:id="rId10"/>
    <p:sldId id="293" r:id="rId11"/>
    <p:sldId id="292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4" r:id="rId22"/>
    <p:sldId id="279" r:id="rId23"/>
    <p:sldId id="303" r:id="rId24"/>
    <p:sldId id="305" r:id="rId25"/>
    <p:sldId id="306" r:id="rId26"/>
    <p:sldId id="307" r:id="rId27"/>
    <p:sldId id="308" r:id="rId28"/>
    <p:sldId id="311" r:id="rId29"/>
    <p:sldId id="282" r:id="rId30"/>
    <p:sldId id="290" r:id="rId31"/>
    <p:sldId id="289" r:id="rId3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êu đề" id="{D1ED7A6A-7260-47AE-AACC-600AC75E9A38}">
          <p14:sldIdLst>
            <p14:sldId id="312"/>
            <p14:sldId id="260"/>
            <p14:sldId id="262"/>
            <p14:sldId id="264"/>
            <p14:sldId id="266"/>
            <p14:sldId id="268"/>
            <p14:sldId id="270"/>
            <p14:sldId id="291"/>
            <p14:sldId id="276"/>
            <p14:sldId id="293"/>
            <p14:sldId id="292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4"/>
            <p14:sldId id="279"/>
            <p14:sldId id="303"/>
            <p14:sldId id="305"/>
            <p14:sldId id="306"/>
            <p14:sldId id="307"/>
            <p14:sldId id="308"/>
            <p14:sldId id="311"/>
            <p14:sldId id="282"/>
            <p14:sldId id="290"/>
            <p14:sldId id="2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ongxuannhat" initials="L" lastIdx="1" clrIdx="0">
    <p:extLst>
      <p:ext uri="{19B8F6BF-5375-455C-9EA6-DF929625EA0E}">
        <p15:presenceInfo xmlns:p15="http://schemas.microsoft.com/office/powerpoint/2012/main" userId="Luongxuannha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30E845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50" autoAdjust="0"/>
    <p:restoredTop sz="94660"/>
  </p:normalViewPr>
  <p:slideViewPr>
    <p:cSldViewPr snapToGrid="0">
      <p:cViewPr>
        <p:scale>
          <a:sx n="50" d="100"/>
          <a:sy n="50" d="100"/>
        </p:scale>
        <p:origin x="2227" y="115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2F9C7F-CF14-4F1F-8257-FF1EA017E336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FCD71B-EFCE-4AB2-AAF1-7069BD693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82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B5806-9573-4E46-AF98-8BA6F4644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450" y="746760"/>
            <a:ext cx="4568190" cy="3649980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62F3C6-EC50-4BEE-B433-7577DDBCA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6CADA-0894-4CA4-B822-A5D8CBE1E32F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A8B89A-F619-4424-B89C-F41506396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5F04F2-1F37-499A-BD3F-A9C6C1E1E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3F447-3779-40BC-B8A2-B748A0C2B1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949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268AF-B8AF-4C00-981C-21FF18ED2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568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C072D2-9AD9-464E-B44D-A248C6807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6CADA-0894-4CA4-B822-A5D8CBE1E32F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B54430-E45A-4077-9EA6-E88EEEF6E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E668C5-3389-4D93-ACCE-D47959666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3F447-3779-40BC-B8A2-B748A0C2B1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874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6CADA-0894-4CA4-B822-A5D8CBE1E32F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3F447-3779-40BC-B8A2-B748A0C2B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663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6CADA-0894-4CA4-B822-A5D8CBE1E32F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3F447-3779-40BC-B8A2-B748A0C2B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815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6CADA-0894-4CA4-B822-A5D8CBE1E32F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3F447-3779-40BC-B8A2-B748A0C2B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17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0960"/>
            <a:ext cx="7886700" cy="450056"/>
          </a:xfrm>
        </p:spPr>
        <p:txBody>
          <a:bodyPr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6CADA-0894-4CA4-B822-A5D8CBE1E32F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3F447-3779-40BC-B8A2-B748A0C2B1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586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6CADA-0894-4CA4-B822-A5D8CBE1E32F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3F447-3779-40BC-B8A2-B748A0C2B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545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6CADA-0894-4CA4-B822-A5D8CBE1E32F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3F447-3779-40BC-B8A2-B748A0C2B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122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6CADA-0894-4CA4-B822-A5D8CBE1E32F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3F447-3779-40BC-B8A2-B748A0C2B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91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6CADA-0894-4CA4-B822-A5D8CBE1E32F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3F447-3779-40BC-B8A2-B748A0C2B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065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6CADA-0894-4CA4-B822-A5D8CBE1E32F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3F447-3779-40BC-B8A2-B748A0C2B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2455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6CADA-0894-4CA4-B822-A5D8CBE1E32F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3F447-3779-40BC-B8A2-B748A0C2B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50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6CADA-0894-4CA4-B822-A5D8CBE1E32F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3F447-3779-40BC-B8A2-B748A0C2B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5482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9B3FA-BD4D-4BCC-B0A6-C9AAE5748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51435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E3D48B-39CA-479D-8A8A-47ACA55A4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6CADA-0894-4CA4-B822-A5D8CBE1E32F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DDEB84-919C-4964-8F6C-E4C03C918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6029B-1D41-44C6-BFF0-058F3A102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3F447-3779-40BC-B8A2-B748A0C2B1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224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56CFDC4-A299-4AFC-8BC7-56442C0E7B78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5430" cy="514350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6CADA-0894-4CA4-B822-A5D8CBE1E32F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AF3F447-3779-40BC-B8A2-B748A0C2B19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424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60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bg1"/>
          </a:solidFill>
          <a:latin typeface="UTM Bebas" panose="02040603050506020204" pitchFamily="18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9A1C341-6310-F69B-C3F0-2F5D655BE926}"/>
              </a:ext>
            </a:extLst>
          </p:cNvPr>
          <p:cNvGrpSpPr/>
          <p:nvPr/>
        </p:nvGrpSpPr>
        <p:grpSpPr>
          <a:xfrm>
            <a:off x="446661" y="246117"/>
            <a:ext cx="1574223" cy="438248"/>
            <a:chOff x="935183" y="180110"/>
            <a:chExt cx="2098964" cy="58433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76480BB-5037-76ED-0DA9-CBB7F5823EB7}"/>
                </a:ext>
              </a:extLst>
            </p:cNvPr>
            <p:cNvSpPr/>
            <p:nvPr/>
          </p:nvSpPr>
          <p:spPr>
            <a:xfrm>
              <a:off x="935183" y="180110"/>
              <a:ext cx="2098964" cy="58433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27E5C27-C939-F2FC-EC0F-34FF218B9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1060966" y="180110"/>
              <a:ext cx="1826614" cy="584331"/>
            </a:xfrm>
            <a:prstGeom prst="rect">
              <a:avLst/>
            </a:prstGeom>
          </p:spPr>
        </p:pic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038E5107-1FF8-03F0-7932-FE40F14FB555}"/>
              </a:ext>
            </a:extLst>
          </p:cNvPr>
          <p:cNvSpPr txBox="1">
            <a:spLocks/>
          </p:cNvSpPr>
          <p:nvPr/>
        </p:nvSpPr>
        <p:spPr>
          <a:xfrm>
            <a:off x="381467" y="1227463"/>
            <a:ext cx="8381065" cy="1790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bg1"/>
                </a:solidFill>
                <a:latin typeface="UTM Bebas" panose="02040603050506020204" pitchFamily="18" charset="0"/>
                <a:ea typeface="+mj-ea"/>
                <a:cs typeface="+mj-cs"/>
              </a:defRPr>
            </a:lvl1pPr>
          </a:lstStyle>
          <a:p>
            <a:pPr algn="ctr"/>
            <a:r>
              <a:rPr lang="vi-VN" sz="5400" dirty="0" err="1"/>
              <a:t>BÁO</a:t>
            </a:r>
            <a:r>
              <a:rPr lang="vi-VN" sz="5400" dirty="0"/>
              <a:t> </a:t>
            </a:r>
            <a:r>
              <a:rPr lang="vi-VN" sz="5400" dirty="0" err="1"/>
              <a:t>CÁO</a:t>
            </a:r>
            <a:r>
              <a:rPr lang="vi-VN" sz="5400" dirty="0"/>
              <a:t> </a:t>
            </a:r>
            <a:r>
              <a:rPr lang="vi-VN" sz="5400" dirty="0" err="1"/>
              <a:t>ĐỒ</a:t>
            </a:r>
            <a:r>
              <a:rPr lang="vi-VN" sz="5400" dirty="0"/>
              <a:t> </a:t>
            </a:r>
            <a:r>
              <a:rPr lang="vi-VN" sz="5400" dirty="0" err="1"/>
              <a:t>ÁN</a:t>
            </a:r>
            <a:r>
              <a:rPr lang="vi-VN" sz="5400" dirty="0"/>
              <a:t> </a:t>
            </a:r>
            <a:br>
              <a:rPr lang="en-US" sz="5400" dirty="0"/>
            </a:br>
            <a:r>
              <a:rPr lang="vi-VN" sz="5400" dirty="0"/>
              <a:t>Môn:</a:t>
            </a:r>
            <a:r>
              <a:rPr lang="en-US" sz="5400" dirty="0"/>
              <a:t> AN </a:t>
            </a:r>
            <a:r>
              <a:rPr lang="en-US" sz="5400" dirty="0" err="1"/>
              <a:t>TOÀN</a:t>
            </a:r>
            <a:r>
              <a:rPr lang="en-US" sz="5400" dirty="0"/>
              <a:t> </a:t>
            </a:r>
            <a:r>
              <a:rPr lang="en-US" sz="5400" dirty="0" err="1"/>
              <a:t>MÁY</a:t>
            </a:r>
            <a:r>
              <a:rPr lang="en-US" sz="5400" dirty="0"/>
              <a:t> </a:t>
            </a:r>
            <a:r>
              <a:rPr lang="en-US" sz="5400" dirty="0" err="1"/>
              <a:t>CHỦ</a:t>
            </a:r>
            <a:r>
              <a:rPr lang="en-US" sz="5400" dirty="0"/>
              <a:t> WINDOWS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0D7B15B-1A22-0924-BD1C-A8E9F6DFC9F4}"/>
              </a:ext>
            </a:extLst>
          </p:cNvPr>
          <p:cNvSpPr txBox="1">
            <a:spLocks/>
          </p:cNvSpPr>
          <p:nvPr/>
        </p:nvSpPr>
        <p:spPr>
          <a:xfrm>
            <a:off x="2459920" y="3126041"/>
            <a:ext cx="4224158" cy="570748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vi-VN" dirty="0" err="1"/>
              <a:t>GVHD</a:t>
            </a:r>
            <a:r>
              <a:rPr lang="vi-VN" dirty="0"/>
              <a:t>: </a:t>
            </a:r>
            <a:r>
              <a:rPr lang="vi-VN" dirty="0" err="1"/>
              <a:t>ThS</a:t>
            </a:r>
            <a:r>
              <a:rPr lang="vi-VN" dirty="0"/>
              <a:t>. Dương Minh </a:t>
            </a:r>
            <a:r>
              <a:rPr lang="vi-VN" dirty="0" err="1"/>
              <a:t>Chiến</a:t>
            </a:r>
            <a:endParaRPr lang="en-US" dirty="0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91F190B2-5B24-EF1B-1BA3-FBB02023C4E8}"/>
              </a:ext>
            </a:extLst>
          </p:cNvPr>
          <p:cNvSpPr/>
          <p:nvPr/>
        </p:nvSpPr>
        <p:spPr>
          <a:xfrm rot="1800000">
            <a:off x="460465" y="6229607"/>
            <a:ext cx="578147" cy="472244"/>
          </a:xfrm>
          <a:prstGeom prst="parallelogram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EC0A6982-D93B-66DF-E71B-16D740D688D5}"/>
              </a:ext>
            </a:extLst>
          </p:cNvPr>
          <p:cNvSpPr/>
          <p:nvPr/>
        </p:nvSpPr>
        <p:spPr>
          <a:xfrm rot="1800000">
            <a:off x="163826" y="4268132"/>
            <a:ext cx="434004" cy="259471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B7A543E2-B091-CCFB-36B8-B17A31BA58D0}"/>
              </a:ext>
            </a:extLst>
          </p:cNvPr>
          <p:cNvSpPr/>
          <p:nvPr/>
        </p:nvSpPr>
        <p:spPr>
          <a:xfrm rot="1800000">
            <a:off x="1558979" y="5869104"/>
            <a:ext cx="578147" cy="9377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C003F91B-58CE-E289-5233-DE438AEF8C37}"/>
              </a:ext>
            </a:extLst>
          </p:cNvPr>
          <p:cNvSpPr/>
          <p:nvPr/>
        </p:nvSpPr>
        <p:spPr>
          <a:xfrm rot="1800000">
            <a:off x="304339" y="5294364"/>
            <a:ext cx="327870" cy="472244"/>
          </a:xfrm>
          <a:prstGeom prst="parallelogram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BF8CAFCE-7FE6-926D-1B38-AC0EA9BDD704}"/>
              </a:ext>
            </a:extLst>
          </p:cNvPr>
          <p:cNvSpPr/>
          <p:nvPr/>
        </p:nvSpPr>
        <p:spPr>
          <a:xfrm rot="1800000">
            <a:off x="-1101505" y="4542439"/>
            <a:ext cx="737247" cy="661541"/>
          </a:xfrm>
          <a:prstGeom prst="parallelogram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2B5F6734-0F4D-9F69-98CD-C7DFAE3BDA03}"/>
              </a:ext>
            </a:extLst>
          </p:cNvPr>
          <p:cNvSpPr/>
          <p:nvPr/>
        </p:nvSpPr>
        <p:spPr>
          <a:xfrm rot="1800000">
            <a:off x="-1101508" y="3034527"/>
            <a:ext cx="737247" cy="661541"/>
          </a:xfrm>
          <a:prstGeom prst="parallelogram">
            <a:avLst/>
          </a:prstGeom>
          <a:solidFill>
            <a:schemeClr val="accent5">
              <a:lumMod val="75000"/>
            </a:schemeClr>
          </a:solidFill>
          <a:ln>
            <a:noFill/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E9A19A5F-150F-DD5D-D9BF-193946F2BC79}"/>
              </a:ext>
            </a:extLst>
          </p:cNvPr>
          <p:cNvSpPr/>
          <p:nvPr/>
        </p:nvSpPr>
        <p:spPr>
          <a:xfrm rot="1800000">
            <a:off x="-1420089" y="5612342"/>
            <a:ext cx="726243" cy="72006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F503D7C2-A759-B290-DC7A-A0ED63FD62E1}"/>
              </a:ext>
            </a:extLst>
          </p:cNvPr>
          <p:cNvSpPr/>
          <p:nvPr/>
        </p:nvSpPr>
        <p:spPr>
          <a:xfrm rot="1800000">
            <a:off x="618806" y="6882683"/>
            <a:ext cx="737247" cy="661541"/>
          </a:xfrm>
          <a:prstGeom prst="parallelogram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6AF051CC-1D7E-1E5A-A92D-72B9448A6925}"/>
              </a:ext>
            </a:extLst>
          </p:cNvPr>
          <p:cNvSpPr/>
          <p:nvPr/>
        </p:nvSpPr>
        <p:spPr>
          <a:xfrm rot="6138630">
            <a:off x="687488" y="6864339"/>
            <a:ext cx="287912" cy="235173"/>
          </a:xfrm>
          <a:prstGeom prst="parallelogram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75E9F1B5-7C53-E6E5-C1C0-66D161B2A70C}"/>
              </a:ext>
            </a:extLst>
          </p:cNvPr>
          <p:cNvSpPr/>
          <p:nvPr/>
        </p:nvSpPr>
        <p:spPr>
          <a:xfrm rot="6138630">
            <a:off x="350038" y="4785116"/>
            <a:ext cx="216130" cy="129214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91B112FD-602B-C8C9-560D-BE8573D429C0}"/>
              </a:ext>
            </a:extLst>
          </p:cNvPr>
          <p:cNvSpPr/>
          <p:nvPr/>
        </p:nvSpPr>
        <p:spPr>
          <a:xfrm rot="6138630">
            <a:off x="1727582" y="6721867"/>
            <a:ext cx="287911" cy="466985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B90ECC90-2FAA-FB98-5C65-BA8614EB9B4C}"/>
              </a:ext>
            </a:extLst>
          </p:cNvPr>
          <p:cNvSpPr/>
          <p:nvPr/>
        </p:nvSpPr>
        <p:spPr>
          <a:xfrm rot="6138630">
            <a:off x="414137" y="5897686"/>
            <a:ext cx="163276" cy="235173"/>
          </a:xfrm>
          <a:prstGeom prst="parallelogram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C0505ACC-1078-A9F2-37BA-62C0A8FA0BE6}"/>
              </a:ext>
            </a:extLst>
          </p:cNvPr>
          <p:cNvSpPr/>
          <p:nvPr/>
        </p:nvSpPr>
        <p:spPr>
          <a:xfrm rot="6138630">
            <a:off x="-823719" y="5285803"/>
            <a:ext cx="367142" cy="329441"/>
          </a:xfrm>
          <a:prstGeom prst="parallelogram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D17313DD-8556-E1DF-406B-724C1C008B76}"/>
              </a:ext>
            </a:extLst>
          </p:cNvPr>
          <p:cNvSpPr/>
          <p:nvPr/>
        </p:nvSpPr>
        <p:spPr>
          <a:xfrm rot="6138630">
            <a:off x="-823722" y="3777891"/>
            <a:ext cx="367142" cy="329441"/>
          </a:xfrm>
          <a:prstGeom prst="parallelogram">
            <a:avLst/>
          </a:prstGeom>
          <a:solidFill>
            <a:schemeClr val="accent5">
              <a:lumMod val="75000"/>
            </a:schemeClr>
          </a:solidFill>
          <a:ln>
            <a:noFill/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1D7DFBB0-515D-4B0B-652B-9657EF4BB38D}"/>
              </a:ext>
            </a:extLst>
          </p:cNvPr>
          <p:cNvSpPr/>
          <p:nvPr/>
        </p:nvSpPr>
        <p:spPr>
          <a:xfrm rot="6138630">
            <a:off x="-1154801" y="6381733"/>
            <a:ext cx="361662" cy="358583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Parallelogram 22">
            <a:extLst>
              <a:ext uri="{FF2B5EF4-FFF2-40B4-BE49-F238E27FC236}">
                <a16:creationId xmlns:a16="http://schemas.microsoft.com/office/drawing/2014/main" id="{CC0E24F7-C49A-FB71-DC85-C74456655C98}"/>
              </a:ext>
            </a:extLst>
          </p:cNvPr>
          <p:cNvSpPr/>
          <p:nvPr/>
        </p:nvSpPr>
        <p:spPr>
          <a:xfrm rot="6138630">
            <a:off x="896592" y="7626047"/>
            <a:ext cx="367142" cy="329441"/>
          </a:xfrm>
          <a:prstGeom prst="parallelogram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179484CE-F7DB-EB5B-76F0-9CBBDD052DD7}"/>
              </a:ext>
            </a:extLst>
          </p:cNvPr>
          <p:cNvSpPr/>
          <p:nvPr/>
        </p:nvSpPr>
        <p:spPr>
          <a:xfrm rot="9472008">
            <a:off x="-1800095" y="4012993"/>
            <a:ext cx="689289" cy="563027"/>
          </a:xfrm>
          <a:prstGeom prst="parallelogram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027AFB3D-B234-CD9E-0F3F-9C4D704BEB2D}"/>
              </a:ext>
            </a:extLst>
          </p:cNvPr>
          <p:cNvSpPr/>
          <p:nvPr/>
        </p:nvSpPr>
        <p:spPr>
          <a:xfrm rot="9472008">
            <a:off x="-2170337" y="2040767"/>
            <a:ext cx="517436" cy="309351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5D65A6BD-2A52-8117-1444-EE682ADCE6BB}"/>
              </a:ext>
            </a:extLst>
          </p:cNvPr>
          <p:cNvSpPr/>
          <p:nvPr/>
        </p:nvSpPr>
        <p:spPr>
          <a:xfrm rot="9472008">
            <a:off x="-602131" y="3743388"/>
            <a:ext cx="689288" cy="1118009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7B9EAB8A-F41F-714C-71BD-76E8BE0651EB}"/>
              </a:ext>
            </a:extLst>
          </p:cNvPr>
          <p:cNvSpPr/>
          <p:nvPr/>
        </p:nvSpPr>
        <p:spPr>
          <a:xfrm rot="9472008">
            <a:off x="-2005091" y="3131220"/>
            <a:ext cx="390899" cy="563028"/>
          </a:xfrm>
          <a:prstGeom prst="parallelogram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Parallelogram 27">
            <a:extLst>
              <a:ext uri="{FF2B5EF4-FFF2-40B4-BE49-F238E27FC236}">
                <a16:creationId xmlns:a16="http://schemas.microsoft.com/office/drawing/2014/main" id="{B8F9220B-A994-0E4C-2C1C-D5F353C73B02}"/>
              </a:ext>
            </a:extLst>
          </p:cNvPr>
          <p:cNvSpPr/>
          <p:nvPr/>
        </p:nvSpPr>
        <p:spPr>
          <a:xfrm rot="9472008">
            <a:off x="-3290556" y="2328799"/>
            <a:ext cx="878975" cy="788715"/>
          </a:xfrm>
          <a:prstGeom prst="parallelogram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Parallelogram 28">
            <a:extLst>
              <a:ext uri="{FF2B5EF4-FFF2-40B4-BE49-F238E27FC236}">
                <a16:creationId xmlns:a16="http://schemas.microsoft.com/office/drawing/2014/main" id="{575C0B7D-2B5F-0083-72E5-2D93C282C566}"/>
              </a:ext>
            </a:extLst>
          </p:cNvPr>
          <p:cNvSpPr/>
          <p:nvPr/>
        </p:nvSpPr>
        <p:spPr>
          <a:xfrm rot="9472008">
            <a:off x="-3290559" y="820887"/>
            <a:ext cx="878975" cy="788715"/>
          </a:xfrm>
          <a:prstGeom prst="parallelogram">
            <a:avLst/>
          </a:prstGeom>
          <a:solidFill>
            <a:schemeClr val="accent5">
              <a:lumMod val="75000"/>
            </a:schemeClr>
          </a:solidFill>
          <a:ln>
            <a:noFill/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Parallelogram 29">
            <a:extLst>
              <a:ext uri="{FF2B5EF4-FFF2-40B4-BE49-F238E27FC236}">
                <a16:creationId xmlns:a16="http://schemas.microsoft.com/office/drawing/2014/main" id="{D9BDFCB7-76D3-C31D-C9AA-EF021DE170A0}"/>
              </a:ext>
            </a:extLst>
          </p:cNvPr>
          <p:cNvSpPr/>
          <p:nvPr/>
        </p:nvSpPr>
        <p:spPr>
          <a:xfrm rot="9472008">
            <a:off x="-3598786" y="3412479"/>
            <a:ext cx="865855" cy="858484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Parallelogram 30">
            <a:extLst>
              <a:ext uri="{FF2B5EF4-FFF2-40B4-BE49-F238E27FC236}">
                <a16:creationId xmlns:a16="http://schemas.microsoft.com/office/drawing/2014/main" id="{B6EEF0EF-5A2A-8857-23CE-10157047BC63}"/>
              </a:ext>
            </a:extLst>
          </p:cNvPr>
          <p:cNvSpPr/>
          <p:nvPr/>
        </p:nvSpPr>
        <p:spPr>
          <a:xfrm rot="9472008">
            <a:off x="-1570245" y="4669043"/>
            <a:ext cx="878975" cy="788715"/>
          </a:xfrm>
          <a:prstGeom prst="parallelogram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arallelogram 31">
            <a:extLst>
              <a:ext uri="{FF2B5EF4-FFF2-40B4-BE49-F238E27FC236}">
                <a16:creationId xmlns:a16="http://schemas.microsoft.com/office/drawing/2014/main" id="{DFC117E8-9C8D-F73A-09BA-5ABBAA11530A}"/>
              </a:ext>
            </a:extLst>
          </p:cNvPr>
          <p:cNvSpPr/>
          <p:nvPr/>
        </p:nvSpPr>
        <p:spPr>
          <a:xfrm rot="11445791">
            <a:off x="10467837" y="4489737"/>
            <a:ext cx="578147" cy="472244"/>
          </a:xfrm>
          <a:prstGeom prst="parallelogram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Parallelogram 32">
            <a:extLst>
              <a:ext uri="{FF2B5EF4-FFF2-40B4-BE49-F238E27FC236}">
                <a16:creationId xmlns:a16="http://schemas.microsoft.com/office/drawing/2014/main" id="{FEE9C896-9A00-5C5D-0375-3F272CBF7861}"/>
              </a:ext>
            </a:extLst>
          </p:cNvPr>
          <p:cNvSpPr/>
          <p:nvPr/>
        </p:nvSpPr>
        <p:spPr>
          <a:xfrm rot="11445791">
            <a:off x="9301353" y="3561359"/>
            <a:ext cx="434004" cy="259471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Parallelogram 33">
            <a:extLst>
              <a:ext uri="{FF2B5EF4-FFF2-40B4-BE49-F238E27FC236}">
                <a16:creationId xmlns:a16="http://schemas.microsoft.com/office/drawing/2014/main" id="{0BF08973-5DD4-4622-828B-98B980280AED}"/>
              </a:ext>
            </a:extLst>
          </p:cNvPr>
          <p:cNvSpPr/>
          <p:nvPr/>
        </p:nvSpPr>
        <p:spPr>
          <a:xfrm rot="11445791">
            <a:off x="10696506" y="5162331"/>
            <a:ext cx="578147" cy="9377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Parallelogram 34">
            <a:extLst>
              <a:ext uri="{FF2B5EF4-FFF2-40B4-BE49-F238E27FC236}">
                <a16:creationId xmlns:a16="http://schemas.microsoft.com/office/drawing/2014/main" id="{A225094A-8BDC-B119-B695-1FEB61684722}"/>
              </a:ext>
            </a:extLst>
          </p:cNvPr>
          <p:cNvSpPr/>
          <p:nvPr/>
        </p:nvSpPr>
        <p:spPr>
          <a:xfrm rot="11445791">
            <a:off x="9441866" y="4587591"/>
            <a:ext cx="327870" cy="472244"/>
          </a:xfrm>
          <a:prstGeom prst="parallelogram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50A1F693-94E9-AC47-6FC8-4CF95EB6E4E6}"/>
              </a:ext>
            </a:extLst>
          </p:cNvPr>
          <p:cNvSpPr/>
          <p:nvPr/>
        </p:nvSpPr>
        <p:spPr>
          <a:xfrm rot="11445791">
            <a:off x="8454475" y="3831090"/>
            <a:ext cx="737247" cy="661541"/>
          </a:xfrm>
          <a:prstGeom prst="parallelogram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Parallelogram 36">
            <a:extLst>
              <a:ext uri="{FF2B5EF4-FFF2-40B4-BE49-F238E27FC236}">
                <a16:creationId xmlns:a16="http://schemas.microsoft.com/office/drawing/2014/main" id="{FF006186-00A6-4A6C-E166-7050A7F5B0C0}"/>
              </a:ext>
            </a:extLst>
          </p:cNvPr>
          <p:cNvSpPr/>
          <p:nvPr/>
        </p:nvSpPr>
        <p:spPr>
          <a:xfrm rot="11445791">
            <a:off x="11159271" y="3451722"/>
            <a:ext cx="578147" cy="472244"/>
          </a:xfrm>
          <a:prstGeom prst="parallelogram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arallelogram 37">
            <a:extLst>
              <a:ext uri="{FF2B5EF4-FFF2-40B4-BE49-F238E27FC236}">
                <a16:creationId xmlns:a16="http://schemas.microsoft.com/office/drawing/2014/main" id="{0F00C08D-E682-F959-3A85-05FA0ABCE7C9}"/>
              </a:ext>
            </a:extLst>
          </p:cNvPr>
          <p:cNvSpPr/>
          <p:nvPr/>
        </p:nvSpPr>
        <p:spPr>
          <a:xfrm rot="11445791">
            <a:off x="11387940" y="4124316"/>
            <a:ext cx="578147" cy="9377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Parallelogram 38">
            <a:extLst>
              <a:ext uri="{FF2B5EF4-FFF2-40B4-BE49-F238E27FC236}">
                <a16:creationId xmlns:a16="http://schemas.microsoft.com/office/drawing/2014/main" id="{F65C78AB-90E2-EE54-07B1-D51A3E60C85D}"/>
              </a:ext>
            </a:extLst>
          </p:cNvPr>
          <p:cNvSpPr/>
          <p:nvPr/>
        </p:nvSpPr>
        <p:spPr>
          <a:xfrm rot="11445791">
            <a:off x="10133300" y="3549576"/>
            <a:ext cx="327870" cy="472244"/>
          </a:xfrm>
          <a:prstGeom prst="parallelogram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Parallelogram 39">
            <a:extLst>
              <a:ext uri="{FF2B5EF4-FFF2-40B4-BE49-F238E27FC236}">
                <a16:creationId xmlns:a16="http://schemas.microsoft.com/office/drawing/2014/main" id="{CC4739FA-E995-FF69-33CC-E7C72D5FF9CE}"/>
              </a:ext>
            </a:extLst>
          </p:cNvPr>
          <p:cNvSpPr/>
          <p:nvPr/>
        </p:nvSpPr>
        <p:spPr>
          <a:xfrm rot="18396208">
            <a:off x="8391063" y="6079892"/>
            <a:ext cx="578147" cy="472244"/>
          </a:xfrm>
          <a:prstGeom prst="parallelogram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Parallelogram 40">
            <a:extLst>
              <a:ext uri="{FF2B5EF4-FFF2-40B4-BE49-F238E27FC236}">
                <a16:creationId xmlns:a16="http://schemas.microsoft.com/office/drawing/2014/main" id="{D47AC9F3-2213-EF28-5665-34BF88BA4467}"/>
              </a:ext>
            </a:extLst>
          </p:cNvPr>
          <p:cNvSpPr/>
          <p:nvPr/>
        </p:nvSpPr>
        <p:spPr>
          <a:xfrm rot="18396208">
            <a:off x="7224579" y="5151514"/>
            <a:ext cx="434004" cy="259471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Parallelogram 41">
            <a:extLst>
              <a:ext uri="{FF2B5EF4-FFF2-40B4-BE49-F238E27FC236}">
                <a16:creationId xmlns:a16="http://schemas.microsoft.com/office/drawing/2014/main" id="{A96F9147-B7DA-0E0B-0098-C45C63D60036}"/>
              </a:ext>
            </a:extLst>
          </p:cNvPr>
          <p:cNvSpPr/>
          <p:nvPr/>
        </p:nvSpPr>
        <p:spPr>
          <a:xfrm rot="18396208">
            <a:off x="8619732" y="6752486"/>
            <a:ext cx="578147" cy="9377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Parallelogram 42">
            <a:extLst>
              <a:ext uri="{FF2B5EF4-FFF2-40B4-BE49-F238E27FC236}">
                <a16:creationId xmlns:a16="http://schemas.microsoft.com/office/drawing/2014/main" id="{00024847-1924-4FC3-6605-B9B706A3C2F3}"/>
              </a:ext>
            </a:extLst>
          </p:cNvPr>
          <p:cNvSpPr/>
          <p:nvPr/>
        </p:nvSpPr>
        <p:spPr>
          <a:xfrm rot="18396208">
            <a:off x="7365092" y="6177746"/>
            <a:ext cx="327870" cy="472244"/>
          </a:xfrm>
          <a:prstGeom prst="parallelogram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arallelogram 43">
            <a:extLst>
              <a:ext uri="{FF2B5EF4-FFF2-40B4-BE49-F238E27FC236}">
                <a16:creationId xmlns:a16="http://schemas.microsoft.com/office/drawing/2014/main" id="{AE8BE350-38AD-D6E4-49EA-BFDCA932D4F0}"/>
              </a:ext>
            </a:extLst>
          </p:cNvPr>
          <p:cNvSpPr/>
          <p:nvPr/>
        </p:nvSpPr>
        <p:spPr>
          <a:xfrm rot="18396208">
            <a:off x="9082497" y="5041877"/>
            <a:ext cx="578147" cy="472244"/>
          </a:xfrm>
          <a:prstGeom prst="parallelogram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Parallelogram 44">
            <a:extLst>
              <a:ext uri="{FF2B5EF4-FFF2-40B4-BE49-F238E27FC236}">
                <a16:creationId xmlns:a16="http://schemas.microsoft.com/office/drawing/2014/main" id="{F89FD04D-58E9-3653-7273-42C137391C8E}"/>
              </a:ext>
            </a:extLst>
          </p:cNvPr>
          <p:cNvSpPr/>
          <p:nvPr/>
        </p:nvSpPr>
        <p:spPr>
          <a:xfrm rot="18396208">
            <a:off x="9311166" y="5714471"/>
            <a:ext cx="578147" cy="9377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Parallelogram 45">
            <a:extLst>
              <a:ext uri="{FF2B5EF4-FFF2-40B4-BE49-F238E27FC236}">
                <a16:creationId xmlns:a16="http://schemas.microsoft.com/office/drawing/2014/main" id="{A2E7F26C-DC09-D5B3-53A8-08C6354FF168}"/>
              </a:ext>
            </a:extLst>
          </p:cNvPr>
          <p:cNvSpPr/>
          <p:nvPr/>
        </p:nvSpPr>
        <p:spPr>
          <a:xfrm rot="18396208">
            <a:off x="8056526" y="5139731"/>
            <a:ext cx="327870" cy="472244"/>
          </a:xfrm>
          <a:prstGeom prst="parallelogram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Parallelogram 46">
            <a:extLst>
              <a:ext uri="{FF2B5EF4-FFF2-40B4-BE49-F238E27FC236}">
                <a16:creationId xmlns:a16="http://schemas.microsoft.com/office/drawing/2014/main" id="{E2F700B2-2BAD-B8DD-1FD0-C0187624B264}"/>
              </a:ext>
            </a:extLst>
          </p:cNvPr>
          <p:cNvSpPr/>
          <p:nvPr/>
        </p:nvSpPr>
        <p:spPr>
          <a:xfrm rot="2310277">
            <a:off x="11885842" y="1997717"/>
            <a:ext cx="578147" cy="472244"/>
          </a:xfrm>
          <a:prstGeom prst="parallelogram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Parallelogram 47">
            <a:extLst>
              <a:ext uri="{FF2B5EF4-FFF2-40B4-BE49-F238E27FC236}">
                <a16:creationId xmlns:a16="http://schemas.microsoft.com/office/drawing/2014/main" id="{A4C81431-44E4-B75F-6CA9-6A099D84AF03}"/>
              </a:ext>
            </a:extLst>
          </p:cNvPr>
          <p:cNvSpPr/>
          <p:nvPr/>
        </p:nvSpPr>
        <p:spPr>
          <a:xfrm rot="2310277">
            <a:off x="10719358" y="1069339"/>
            <a:ext cx="434004" cy="259471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Parallelogram 48">
            <a:extLst>
              <a:ext uri="{FF2B5EF4-FFF2-40B4-BE49-F238E27FC236}">
                <a16:creationId xmlns:a16="http://schemas.microsoft.com/office/drawing/2014/main" id="{A10D318B-09CC-CD06-5C8E-FE75C79A009F}"/>
              </a:ext>
            </a:extLst>
          </p:cNvPr>
          <p:cNvSpPr/>
          <p:nvPr/>
        </p:nvSpPr>
        <p:spPr>
          <a:xfrm rot="2310277">
            <a:off x="12114511" y="2670311"/>
            <a:ext cx="578147" cy="9377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Parallelogram 49">
            <a:extLst>
              <a:ext uri="{FF2B5EF4-FFF2-40B4-BE49-F238E27FC236}">
                <a16:creationId xmlns:a16="http://schemas.microsoft.com/office/drawing/2014/main" id="{129E25FC-86F2-1A8B-1EA1-F36CA88031F1}"/>
              </a:ext>
            </a:extLst>
          </p:cNvPr>
          <p:cNvSpPr/>
          <p:nvPr/>
        </p:nvSpPr>
        <p:spPr>
          <a:xfrm rot="2310277">
            <a:off x="10859871" y="2095571"/>
            <a:ext cx="327870" cy="472244"/>
          </a:xfrm>
          <a:prstGeom prst="parallelogram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Parallelogram 50">
            <a:extLst>
              <a:ext uri="{FF2B5EF4-FFF2-40B4-BE49-F238E27FC236}">
                <a16:creationId xmlns:a16="http://schemas.microsoft.com/office/drawing/2014/main" id="{DC151935-BFAC-2FA6-2E95-52C17A5EEADE}"/>
              </a:ext>
            </a:extLst>
          </p:cNvPr>
          <p:cNvSpPr/>
          <p:nvPr/>
        </p:nvSpPr>
        <p:spPr>
          <a:xfrm rot="2310277">
            <a:off x="9872480" y="1339070"/>
            <a:ext cx="737247" cy="661541"/>
          </a:xfrm>
          <a:prstGeom prst="parallelogram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Parallelogram 51">
            <a:extLst>
              <a:ext uri="{FF2B5EF4-FFF2-40B4-BE49-F238E27FC236}">
                <a16:creationId xmlns:a16="http://schemas.microsoft.com/office/drawing/2014/main" id="{537AFF9F-D2AB-78FD-746A-4F9BD784D8ED}"/>
              </a:ext>
            </a:extLst>
          </p:cNvPr>
          <p:cNvSpPr/>
          <p:nvPr/>
        </p:nvSpPr>
        <p:spPr>
          <a:xfrm rot="2310277">
            <a:off x="12577276" y="959702"/>
            <a:ext cx="578147" cy="472244"/>
          </a:xfrm>
          <a:prstGeom prst="parallelogram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Parallelogram 52">
            <a:extLst>
              <a:ext uri="{FF2B5EF4-FFF2-40B4-BE49-F238E27FC236}">
                <a16:creationId xmlns:a16="http://schemas.microsoft.com/office/drawing/2014/main" id="{C1D82A43-3154-7250-9038-74BA20A3B454}"/>
              </a:ext>
            </a:extLst>
          </p:cNvPr>
          <p:cNvSpPr/>
          <p:nvPr/>
        </p:nvSpPr>
        <p:spPr>
          <a:xfrm rot="2310277">
            <a:off x="12805945" y="1632296"/>
            <a:ext cx="578147" cy="9377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Parallelogram 53">
            <a:extLst>
              <a:ext uri="{FF2B5EF4-FFF2-40B4-BE49-F238E27FC236}">
                <a16:creationId xmlns:a16="http://schemas.microsoft.com/office/drawing/2014/main" id="{3865CCA5-36F7-F5E0-170C-281176E7A554}"/>
              </a:ext>
            </a:extLst>
          </p:cNvPr>
          <p:cNvSpPr/>
          <p:nvPr/>
        </p:nvSpPr>
        <p:spPr>
          <a:xfrm rot="2310277">
            <a:off x="11551305" y="1057556"/>
            <a:ext cx="327870" cy="472244"/>
          </a:xfrm>
          <a:prstGeom prst="parallelogram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194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646 0.025 L 0.45782 -0.46018 L 0.45782 -0.45987 " pathEditMode="relative" rAng="0" ptsTypes="AAA">
                                      <p:cBhvr>
                                        <p:cTn id="20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205" y="-24259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3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573 -0.03457 L 0.38646 -0.2321 L 0.38646 -0.23179 " pathEditMode="relative" rAng="900000" ptsTypes="AAA">
                                      <p:cBhvr>
                                        <p:cTn id="31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101" y="-9877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3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7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708 0.16173 L 0.41962 -0.37531 L 0.41927 -0.375 " pathEditMode="relative" rAng="20160000" ptsTypes="AAA">
                                      <p:cBhvr>
                                        <p:cTn id="42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18" y="-26852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3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8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3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59259E-6 L 0.4125 -0.33148 L 0.4125 -0.33117 " pathEditMode="relative" rAng="0" ptsTypes="AAA">
                                      <p:cBhvr>
                                        <p:cTn id="53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625" y="-16574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3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0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3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941 0.23766 L 0.32309 -0.09382 L 0.32309 -0.09351 " pathEditMode="relative" rAng="0" ptsTypes="AAA">
                                      <p:cBhvr>
                                        <p:cTn id="64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625" y="-16574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6" dur="3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0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3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42 0.25772 L 0.40278 -0.05771 L 0.40278 -0.0574 " pathEditMode="relative" rAng="0" ptsTypes="AAA">
                                      <p:cBhvr>
                                        <p:cTn id="75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840" y="-15772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7" dur="3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2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3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521 -0.03456 L 0.38646 -0.2321 L 0.38716 -0.23148 " pathEditMode="relative" rAng="900000" ptsTypes="AAA">
                                      <p:cBhvr>
                                        <p:cTn id="8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118" y="-9877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8" dur="3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3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2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3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3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079 -0.17932 L 0.32171 -0.5108 L 0.32171 -0.51049 " pathEditMode="relative" rAng="0" ptsTypes="AAA">
                                      <p:cBhvr>
                                        <p:cTn id="97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625" y="-16574"/>
                                    </p:animMotion>
                                  </p:childTnLst>
                                </p:cTn>
                              </p:par>
                              <p:par>
                                <p:cTn id="98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9" dur="3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3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3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4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3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646 0.025 L 0.45781 -0.46019 L 0.45781 -0.45988 " pathEditMode="relative" rAng="0" ptsTypes="AAA">
                                      <p:cBhvr>
                                        <p:cTn id="10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205" y="-24259"/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0" dur="3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3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4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5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3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573 -0.03457 L 0.38646 -0.2321 L 0.38646 -0.23179 " pathEditMode="relative" rAng="900000" ptsTypes="AAA">
                                      <p:cBhvr>
                                        <p:cTn id="119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101" y="-9877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1" dur="3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3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5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6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3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691 0.16173 L 0.4191 -0.37623 L 0.41875 -0.37623 " pathEditMode="relative" rAng="20160000" ptsTypes="AAA">
                                      <p:cBhvr>
                                        <p:cTn id="130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01" y="-26914"/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2" dur="3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3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6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3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2.96296E-6 L 0.4125 -0.33148 L 0.4125 -0.33118 " pathEditMode="relative" rAng="0" ptsTypes="AAA">
                                      <p:cBhvr>
                                        <p:cTn id="141" dur="3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625" y="-16574"/>
                                    </p:animMotion>
                                  </p:childTnLst>
                                </p:cTn>
                              </p:par>
                              <p:par>
                                <p:cTn id="142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3" dur="3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3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7" dur="3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8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3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941 0.23765 L 0.32309 -0.09383 L 0.32309 -0.09352 " pathEditMode="relative" rAng="0" ptsTypes="AAA">
                                      <p:cBhvr>
                                        <p:cTn id="152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625" y="-16574"/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4" dur="3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3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8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9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3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42 0.25772 L 0.40278 -0.05772 L 0.40278 -0.05741 " pathEditMode="relative" rAng="0" ptsTypes="AAA">
                                      <p:cBhvr>
                                        <p:cTn id="163" dur="3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840" y="-15772"/>
                                    </p:animMotion>
                                  </p:childTnLst>
                                </p:cTn>
                              </p:par>
                              <p:par>
                                <p:cTn id="164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5" dur="3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3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9" dur="3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0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3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521 -0.03457 L 0.38646 -0.2321 L 0.38715 -0.23148 " pathEditMode="relative" rAng="900000" ptsTypes="AAA">
                                      <p:cBhvr>
                                        <p:cTn id="174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118" y="-9877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6" dur="3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3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0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1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3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097 -0.17901 L 0.32153 -0.5105 L 0.32153 -0.51019 " pathEditMode="relative" rAng="0" ptsTypes="AAA">
                                      <p:cBhvr>
                                        <p:cTn id="185" dur="3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625" y="-16574"/>
                                    </p:animMotion>
                                  </p:childTnLst>
                                </p:cTn>
                              </p:par>
                              <p:par>
                                <p:cTn id="186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7" dur="3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3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91" dur="3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2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3" dur="3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646 0.025 L 0.45781 -0.46019 L 0.45781 -0.45988 " pathEditMode="relative" rAng="0" ptsTypes="AAA">
                                      <p:cBhvr>
                                        <p:cTn id="196" dur="3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222" y="-24259"/>
                                    </p:animMotion>
                                  </p:childTnLst>
                                </p:cTn>
                              </p:par>
                              <p:par>
                                <p:cTn id="197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8" dur="3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3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2" dur="3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3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4" dur="3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538 -0.03457 L 0.38646 -0.23179 L 0.38663 -0.23087 " pathEditMode="relative" rAng="900000" ptsTypes="AAA">
                                      <p:cBhvr>
                                        <p:cTn id="207" dur="3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118" y="-9846"/>
                                    </p:animMotion>
                                  </p:childTnLst>
                                </p:cTn>
                              </p:par>
                              <p:par>
                                <p:cTn id="208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9" dur="3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3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13" dur="3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4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3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726 0.16173 L 0.41962 -0.37716 L 0.41945 -0.375 " pathEditMode="relative" rAng="20160000" ptsTypes="AAA">
                                      <p:cBhvr>
                                        <p:cTn id="218" dur="3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18" y="-26944"/>
                                    </p:animMotion>
                                  </p:childTnLst>
                                </p:cTn>
                              </p:par>
                              <p:par>
                                <p:cTn id="219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0" dur="3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3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4" dur="3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5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6" dur="3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4.19753E-6 L 0.4125 -0.33148 L 0.4125 -0.33117 " pathEditMode="relative" rAng="0" ptsTypes="AAA">
                                      <p:cBhvr>
                                        <p:cTn id="229" dur="3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625" y="-16574"/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1" dur="3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3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35" dur="3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6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7" dur="3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941 0.23766 L 0.32309 -0.09382 L 0.32309 -0.09351 " pathEditMode="relative" rAng="0" ptsTypes="AAA">
                                      <p:cBhvr>
                                        <p:cTn id="240" dur="3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625" y="-16574"/>
                                    </p:animMotion>
                                  </p:childTnLst>
                                </p:cTn>
                              </p:par>
                              <p:par>
                                <p:cTn id="241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2" dur="3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3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46" dur="3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7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8" dur="3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42 0.25772 L 0.40278 -0.05771 L 0.40278 -0.0574 " pathEditMode="relative" rAng="0" ptsTypes="AAA">
                                      <p:cBhvr>
                                        <p:cTn id="251" dur="3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858" y="-15772"/>
                                    </p:animMotion>
                                  </p:childTnLst>
                                </p:cTn>
                              </p:par>
                              <p:par>
                                <p:cTn id="252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3" dur="3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3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57" dur="3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8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9" dur="3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538 -0.03457 L 0.38646 -0.23179 L 0.38663 -0.23087 " pathEditMode="relative" rAng="900000" ptsTypes="AAA">
                                      <p:cBhvr>
                                        <p:cTn id="262" dur="3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118" y="-9846"/>
                                    </p:animMotion>
                                  </p:childTnLst>
                                </p:cTn>
                              </p:par>
                              <p:par>
                                <p:cTn id="263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4" dur="3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3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8" dur="3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9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3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098 -0.17932 L 0.32152 -0.5108 L 0.32152 -0.51049 " pathEditMode="relative" rAng="0" ptsTypes="AAA">
                                      <p:cBhvr>
                                        <p:cTn id="273" dur="3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625" y="-16574"/>
                                    </p:animMotion>
                                  </p:childTnLst>
                                </p:cTn>
                              </p:par>
                              <p:par>
                                <p:cTn id="274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5" dur="3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3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79" dur="3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0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3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469 0.04568 L -0.44983 -0.21698 L -0.44983 -0.2179 " pathEditMode="relative" rAng="13380000" ptsTypes="AAA">
                                      <p:cBhvr>
                                        <p:cTn id="284" dur="3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757" y="-13148"/>
                                    </p:animMotion>
                                  </p:childTnLst>
                                </p:cTn>
                              </p:par>
                              <p:par>
                                <p:cTn id="285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6" dur="3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3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90" dur="3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1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2" dur="3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656 0.02439 L -0.2934 -0.29012 L -0.29323 -0.29074 " pathEditMode="relative" rAng="13920000" ptsTypes="AAA">
                                      <p:cBhvr>
                                        <p:cTn id="295" dur="3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007" y="-15710"/>
                                    </p:animMotion>
                                  </p:childTnLst>
                                </p:cTn>
                              </p:par>
                              <p:par>
                                <p:cTn id="296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7" dur="3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3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01" dur="3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2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3" dur="3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038 -0.10308 L -0.55799 -0.33642 L -0.55816 -0.33611 " pathEditMode="relative" rAng="12540000" ptsTypes="AAA">
                                      <p:cBhvr>
                                        <p:cTn id="306" dur="3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889" y="-11636"/>
                                    </p:animMotion>
                                  </p:childTnLst>
                                </p:cTn>
                              </p:par>
                              <p:par>
                                <p:cTn id="307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8" dur="3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3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12" dur="3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3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4" dur="3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986 -0.01821 L -0.3743 -0.37932 L -0.37413 -0.37993 " pathEditMode="relative" rAng="13860000" ptsTypes="AAA">
                                      <p:cBhvr>
                                        <p:cTn id="317" dur="3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208" y="-18056"/>
                                    </p:animMotion>
                                  </p:childTnLst>
                                </p:cTn>
                              </p:par>
                              <p:par>
                                <p:cTn id="318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9" dur="3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" dur="3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23" dur="3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4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3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26 -0.03241 L -0.34913 -0.08426 L -0.34896 -0.08457 " pathEditMode="relative" rAng="12480000" ptsTypes="AAA">
                                      <p:cBhvr>
                                        <p:cTn id="328" dur="3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587" y="-2593"/>
                                    </p:animMotion>
                                  </p:childTnLst>
                                </p:cTn>
                              </p:par>
                              <p:par>
                                <p:cTn id="329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0" dur="3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1" dur="3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34" dur="3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5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6" dur="3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469 0.04567 L -0.44983 -0.21698 L -0.44983 -0.21791 " pathEditMode="relative" rAng="13380000" ptsTypes="AAA">
                                      <p:cBhvr>
                                        <p:cTn id="339" dur="3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757" y="-13148"/>
                                    </p:animMotion>
                                  </p:childTnLst>
                                </p:cTn>
                              </p:par>
                              <p:par>
                                <p:cTn id="340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1" dur="3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3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45" dur="3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6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7" dur="3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055 -0.10062 L -0.55816 -0.33333 L -0.55816 -0.33302 " pathEditMode="relative" rAng="12540000" ptsTypes="AAA">
                                      <p:cBhvr>
                                        <p:cTn id="350" dur="3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889" y="-11605"/>
                                    </p:animMotion>
                                  </p:childTnLst>
                                </p:cTn>
                              </p:par>
                              <p:par>
                                <p:cTn id="351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2" dur="3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3" dur="3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56" dur="3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7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8" dur="3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073 -0.01605 L -0.42726 -0.11234 L -0.42726 -0.11327 " pathEditMode="relative" rAng="13860000" ptsTypes="AAA">
                                      <p:cBhvr>
                                        <p:cTn id="361" dur="3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899" y="-4815"/>
                                    </p:animMotion>
                                  </p:childTnLst>
                                </p:cTn>
                              </p:par>
                              <p:par>
                                <p:cTn id="362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3" dur="3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4" dur="3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67" dur="3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8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9" dur="3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469 0.04568 L -0.44983 -0.21698 L -0.44983 -0.2179 " pathEditMode="relative" rAng="13380000" ptsTypes="AAA">
                                      <p:cBhvr>
                                        <p:cTn id="372" dur="3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757" y="-13148"/>
                                    </p:animMotion>
                                  </p:childTnLst>
                                </p:cTn>
                              </p:par>
                              <p:par>
                                <p:cTn id="373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4" dur="3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3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78" dur="3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9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0" dur="3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656 0.02377 L -0.29341 -0.29074 L -0.29289 -0.29105 " pathEditMode="relative" rAng="13920000" ptsTypes="AAA">
                                      <p:cBhvr>
                                        <p:cTn id="383" dur="3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007" y="-15710"/>
                                    </p:animMotion>
                                  </p:childTnLst>
                                </p:cTn>
                              </p:par>
                              <p:par>
                                <p:cTn id="384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5" dur="3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3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89" dur="3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0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1" dur="3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987 -0.10216 L -0.55799 -0.3358 L -0.55764 -0.33518 " pathEditMode="relative" rAng="12540000" ptsTypes="AAA">
                                      <p:cBhvr>
                                        <p:cTn id="394" dur="3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906" y="-11667"/>
                                    </p:animMotion>
                                  </p:childTnLst>
                                </p:cTn>
                              </p:par>
                              <p:par>
                                <p:cTn id="395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6" dur="3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7" dur="3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00" dur="3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1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2" dur="3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4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487 -0.09598 L -0.3493 -0.4574 L -0.34913 -0.45771 " pathEditMode="relative" rAng="13860000" ptsTypes="AAA">
                                      <p:cBhvr>
                                        <p:cTn id="405" dur="3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208" y="-18056"/>
                                    </p:animMotion>
                                  </p:childTnLst>
                                </p:cTn>
                              </p:par>
                              <p:par>
                                <p:cTn id="406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7" dur="3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8" dur="3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0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11" dur="3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2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3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469 0.04567 L -0.44983 -0.21698 L -0.44983 -0.21791 " pathEditMode="relative" rAng="13380000" ptsTypes="AAA">
                                      <p:cBhvr>
                                        <p:cTn id="416" dur="3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757" y="-13148"/>
                                    </p:animMotion>
                                  </p:childTnLst>
                                </p:cTn>
                              </p:par>
                              <p:par>
                                <p:cTn id="417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8" dur="3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9" dur="3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22" dur="3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3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4" dur="3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073 -0.09907 L -0.55834 -0.33179 L -0.55834 -0.33117 " pathEditMode="relative" rAng="12540000" ptsTypes="AAA">
                                      <p:cBhvr>
                                        <p:cTn id="427" dur="3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889" y="-11605"/>
                                    </p:animMotion>
                                  </p:childTnLst>
                                </p:cTn>
                              </p:par>
                              <p:par>
                                <p:cTn id="428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9" dur="3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0" dur="3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33" dur="3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4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5" dur="3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7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021 -0.01605 L -0.42743 -0.11204 L -0.42778 -0.11327 " pathEditMode="relative" rAng="13860000" ptsTypes="AAA">
                                      <p:cBhvr>
                                        <p:cTn id="438" dur="3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899" y="-4815"/>
                                    </p:animMotion>
                                  </p:childTnLst>
                                </p:cTn>
                              </p:par>
                              <p:par>
                                <p:cTn id="439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0" dur="3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1" dur="3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3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44" dur="3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45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6" dur="3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8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468 0.04568 L -0.44982 -0.21698 L -0.44982 -0.2179 " pathEditMode="relative" rAng="13380000" ptsTypes="AAA">
                                      <p:cBhvr>
                                        <p:cTn id="449" dur="3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757" y="-13148"/>
                                    </p:animMotion>
                                  </p:childTnLst>
                                </p:cTn>
                              </p:par>
                              <p:par>
                                <p:cTn id="450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1" dur="3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3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55" dur="3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6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7" dur="3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656 0.01914 L -0.29358 -0.2966 L -0.29202 -0.29567 " pathEditMode="relative" rAng="13920000" ptsTypes="AAA">
                                      <p:cBhvr>
                                        <p:cTn id="460" dur="3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007" y="-15772"/>
                                    </p:animMotion>
                                  </p:childTnLst>
                                </p:cTn>
                              </p:par>
                              <p:par>
                                <p:cTn id="461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2" dur="3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3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66" dur="3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7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8" dur="3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0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229 -0.09877 L -0.55989 -0.33149 L -0.55989 -0.33087 " pathEditMode="relative" rAng="12540000" ptsTypes="AAA">
                                      <p:cBhvr>
                                        <p:cTn id="471" dur="3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889" y="-11605"/>
                                    </p:animMotion>
                                  </p:childTnLst>
                                </p:cTn>
                              </p:par>
                              <p:par>
                                <p:cTn id="472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3" dur="3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4" dur="3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6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77" dur="3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8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9" dur="3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486 -0.09599 L -0.34931 -0.45741 L -0.34914 -0.45772 " pathEditMode="relative" rAng="13860000" ptsTypes="AAA">
                                      <p:cBhvr>
                                        <p:cTn id="482" dur="3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208" y="-18056"/>
                                    </p:animMotion>
                                  </p:childTnLst>
                                </p:cTn>
                              </p:par>
                              <p:par>
                                <p:cTn id="483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4" dur="3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5" dur="3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88" dur="3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9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0" dur="3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26 -0.03673 L -0.34931 -0.08858 L -0.34896 -0.08827 " pathEditMode="relative" rAng="12480000" ptsTypes="AAA">
                                      <p:cBhvr>
                                        <p:cTn id="493" dur="3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587" y="-2593"/>
                                    </p:animMotion>
                                  </p:childTnLst>
                                </p:cTn>
                              </p:par>
                              <p:par>
                                <p:cTn id="494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95" dur="3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6" dur="3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8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99" dur="3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00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1" dur="3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3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469 0.04568 L -0.44983 -0.21698 L -0.44983 -0.2179 " pathEditMode="relative" rAng="13380000" ptsTypes="AAA">
                                      <p:cBhvr>
                                        <p:cTn id="504" dur="3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757" y="-13148"/>
                                    </p:animMotion>
                                  </p:childTnLst>
                                </p:cTn>
                              </p:par>
                              <p:par>
                                <p:cTn id="505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6" dur="3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7" dur="3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9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10" dur="3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1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2" dur="3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4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316 -0.09876 L -0.56077 -0.33148 L -0.56077 -0.33086 " pathEditMode="relative" rAng="12540000" ptsTypes="AAA">
                                      <p:cBhvr>
                                        <p:cTn id="515" dur="3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889" y="-11605"/>
                                    </p:animMotion>
                                  </p:childTnLst>
                                </p:cTn>
                              </p:par>
                              <p:par>
                                <p:cTn id="516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7" dur="3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8" dur="3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0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21" dur="3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22" presetID="10" presetClass="exit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3" dur="3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0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691 -0.02098 L -0.43108 -0.1179 L -0.43091 -0.11821 " pathEditMode="relative" rAng="13860000" ptsTypes="AAA">
                                      <p:cBhvr>
                                        <p:cTn id="526" dur="3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899" y="-4846"/>
                                    </p:animMotion>
                                  </p:childTnLst>
                                </p:cTn>
                              </p:par>
                              <p:par>
                                <p:cTn id="527" presetID="23" presetClass="exit" presetSubtype="32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8" dur="3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9" dur="3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8" presetClass="emph" presetSubtype="0" repeatCount="indefinite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32" dur="3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uild="p"/>
      <p:bldP spid="8" grpId="0" animBg="1"/>
      <p:bldP spid="8" grpId="1" animBg="1"/>
      <p:bldP spid="8" grpId="2" animBg="1"/>
      <p:bldP spid="8" grpId="3" animBg="1"/>
      <p:bldP spid="9" grpId="0" animBg="1"/>
      <p:bldP spid="9" grpId="1" animBg="1"/>
      <p:bldP spid="9" grpId="2" animBg="1"/>
      <p:bldP spid="9" grpId="3" animBg="1"/>
      <p:bldP spid="10" grpId="0" animBg="1"/>
      <p:bldP spid="10" grpId="1" animBg="1"/>
      <p:bldP spid="10" grpId="2" animBg="1"/>
      <p:bldP spid="10" grpId="3" animBg="1"/>
      <p:bldP spid="11" grpId="0" animBg="1"/>
      <p:bldP spid="11" grpId="1" animBg="1"/>
      <p:bldP spid="11" grpId="2" animBg="1"/>
      <p:bldP spid="11" grpId="3" animBg="1"/>
      <p:bldP spid="12" grpId="0" animBg="1"/>
      <p:bldP spid="12" grpId="1" animBg="1"/>
      <p:bldP spid="12" grpId="2" animBg="1"/>
      <p:bldP spid="12" grpId="3" animBg="1"/>
      <p:bldP spid="13" grpId="0" animBg="1"/>
      <p:bldP spid="13" grpId="1" animBg="1"/>
      <p:bldP spid="13" grpId="2" animBg="1"/>
      <p:bldP spid="13" grpId="3" animBg="1"/>
      <p:bldP spid="14" grpId="0" animBg="1"/>
      <p:bldP spid="14" grpId="1" animBg="1"/>
      <p:bldP spid="14" grpId="2" animBg="1"/>
      <p:bldP spid="14" grpId="3" animBg="1"/>
      <p:bldP spid="15" grpId="0" animBg="1"/>
      <p:bldP spid="15" grpId="1" animBg="1"/>
      <p:bldP spid="15" grpId="2" animBg="1"/>
      <p:bldP spid="15" grpId="3" animBg="1"/>
      <p:bldP spid="16" grpId="0" animBg="1"/>
      <p:bldP spid="16" grpId="1" animBg="1"/>
      <p:bldP spid="16" grpId="2" animBg="1"/>
      <p:bldP spid="16" grpId="3" animBg="1"/>
      <p:bldP spid="17" grpId="0" animBg="1"/>
      <p:bldP spid="17" grpId="1" animBg="1"/>
      <p:bldP spid="17" grpId="2" animBg="1"/>
      <p:bldP spid="17" grpId="3" animBg="1"/>
      <p:bldP spid="18" grpId="0" animBg="1"/>
      <p:bldP spid="18" grpId="1" animBg="1"/>
      <p:bldP spid="18" grpId="2" animBg="1"/>
      <p:bldP spid="18" grpId="3" animBg="1"/>
      <p:bldP spid="19" grpId="0" animBg="1"/>
      <p:bldP spid="19" grpId="1" animBg="1"/>
      <p:bldP spid="19" grpId="2" animBg="1"/>
      <p:bldP spid="19" grpId="3" animBg="1"/>
      <p:bldP spid="20" grpId="0" animBg="1"/>
      <p:bldP spid="20" grpId="1" animBg="1"/>
      <p:bldP spid="20" grpId="2" animBg="1"/>
      <p:bldP spid="20" grpId="3" animBg="1"/>
      <p:bldP spid="21" grpId="0" animBg="1"/>
      <p:bldP spid="21" grpId="1" animBg="1"/>
      <p:bldP spid="21" grpId="2" animBg="1"/>
      <p:bldP spid="21" grpId="3" animBg="1"/>
      <p:bldP spid="22" grpId="0" animBg="1"/>
      <p:bldP spid="22" grpId="1" animBg="1"/>
      <p:bldP spid="22" grpId="2" animBg="1"/>
      <p:bldP spid="22" grpId="3" animBg="1"/>
      <p:bldP spid="23" grpId="0" animBg="1"/>
      <p:bldP spid="23" grpId="1" animBg="1"/>
      <p:bldP spid="23" grpId="2" animBg="1"/>
      <p:bldP spid="23" grpId="3" animBg="1"/>
      <p:bldP spid="24" grpId="0" animBg="1"/>
      <p:bldP spid="24" grpId="1" animBg="1"/>
      <p:bldP spid="24" grpId="2" animBg="1"/>
      <p:bldP spid="24" grpId="3" animBg="1"/>
      <p:bldP spid="25" grpId="0" animBg="1"/>
      <p:bldP spid="25" grpId="1" animBg="1"/>
      <p:bldP spid="25" grpId="2" animBg="1"/>
      <p:bldP spid="25" grpId="3" animBg="1"/>
      <p:bldP spid="26" grpId="0" animBg="1"/>
      <p:bldP spid="26" grpId="1" animBg="1"/>
      <p:bldP spid="26" grpId="2" animBg="1"/>
      <p:bldP spid="26" grpId="3" animBg="1"/>
      <p:bldP spid="27" grpId="0" animBg="1"/>
      <p:bldP spid="27" grpId="1" animBg="1"/>
      <p:bldP spid="27" grpId="2" animBg="1"/>
      <p:bldP spid="27" grpId="3" animBg="1"/>
      <p:bldP spid="28" grpId="0" animBg="1"/>
      <p:bldP spid="28" grpId="1" animBg="1"/>
      <p:bldP spid="28" grpId="2" animBg="1"/>
      <p:bldP spid="28" grpId="3" animBg="1"/>
      <p:bldP spid="29" grpId="0" animBg="1"/>
      <p:bldP spid="29" grpId="1" animBg="1"/>
      <p:bldP spid="29" grpId="2" animBg="1"/>
      <p:bldP spid="29" grpId="3" animBg="1"/>
      <p:bldP spid="30" grpId="0" animBg="1"/>
      <p:bldP spid="30" grpId="1" animBg="1"/>
      <p:bldP spid="30" grpId="2" animBg="1"/>
      <p:bldP spid="30" grpId="3" animBg="1"/>
      <p:bldP spid="31" grpId="0" animBg="1"/>
      <p:bldP spid="31" grpId="1" animBg="1"/>
      <p:bldP spid="31" grpId="2" animBg="1"/>
      <p:bldP spid="31" grpId="3" animBg="1"/>
      <p:bldP spid="32" grpId="0" animBg="1"/>
      <p:bldP spid="32" grpId="1" animBg="1"/>
      <p:bldP spid="32" grpId="2" animBg="1"/>
      <p:bldP spid="32" grpId="3" animBg="1"/>
      <p:bldP spid="33" grpId="0" animBg="1"/>
      <p:bldP spid="33" grpId="1" animBg="1"/>
      <p:bldP spid="33" grpId="2" animBg="1"/>
      <p:bldP spid="33" grpId="3" animBg="1"/>
      <p:bldP spid="34" grpId="0" animBg="1"/>
      <p:bldP spid="34" grpId="1" animBg="1"/>
      <p:bldP spid="34" grpId="2" animBg="1"/>
      <p:bldP spid="34" grpId="3" animBg="1"/>
      <p:bldP spid="35" grpId="0" animBg="1"/>
      <p:bldP spid="35" grpId="1" animBg="1"/>
      <p:bldP spid="35" grpId="2" animBg="1"/>
      <p:bldP spid="35" grpId="3" animBg="1"/>
      <p:bldP spid="36" grpId="0" animBg="1"/>
      <p:bldP spid="36" grpId="1" animBg="1"/>
      <p:bldP spid="36" grpId="2" animBg="1"/>
      <p:bldP spid="36" grpId="3" animBg="1"/>
      <p:bldP spid="37" grpId="0" animBg="1"/>
      <p:bldP spid="37" grpId="1" animBg="1"/>
      <p:bldP spid="37" grpId="2" animBg="1"/>
      <p:bldP spid="37" grpId="3" animBg="1"/>
      <p:bldP spid="38" grpId="0" animBg="1"/>
      <p:bldP spid="38" grpId="1" animBg="1"/>
      <p:bldP spid="38" grpId="2" animBg="1"/>
      <p:bldP spid="38" grpId="3" animBg="1"/>
      <p:bldP spid="39" grpId="0" animBg="1"/>
      <p:bldP spid="39" grpId="1" animBg="1"/>
      <p:bldP spid="39" grpId="2" animBg="1"/>
      <p:bldP spid="39" grpId="3" animBg="1"/>
      <p:bldP spid="40" grpId="0" animBg="1"/>
      <p:bldP spid="40" grpId="1" animBg="1"/>
      <p:bldP spid="40" grpId="2" animBg="1"/>
      <p:bldP spid="40" grpId="3" animBg="1"/>
      <p:bldP spid="41" grpId="0" animBg="1"/>
      <p:bldP spid="41" grpId="1" animBg="1"/>
      <p:bldP spid="41" grpId="2" animBg="1"/>
      <p:bldP spid="41" grpId="3" animBg="1"/>
      <p:bldP spid="42" grpId="0" animBg="1"/>
      <p:bldP spid="42" grpId="1" animBg="1"/>
      <p:bldP spid="42" grpId="2" animBg="1"/>
      <p:bldP spid="42" grpId="3" animBg="1"/>
      <p:bldP spid="43" grpId="0" animBg="1"/>
      <p:bldP spid="43" grpId="1" animBg="1"/>
      <p:bldP spid="43" grpId="2" animBg="1"/>
      <p:bldP spid="43" grpId="3" animBg="1"/>
      <p:bldP spid="44" grpId="0" animBg="1"/>
      <p:bldP spid="44" grpId="1" animBg="1"/>
      <p:bldP spid="44" grpId="2" animBg="1"/>
      <p:bldP spid="44" grpId="3" animBg="1"/>
      <p:bldP spid="45" grpId="0" animBg="1"/>
      <p:bldP spid="45" grpId="1" animBg="1"/>
      <p:bldP spid="45" grpId="2" animBg="1"/>
      <p:bldP spid="45" grpId="3" animBg="1"/>
      <p:bldP spid="46" grpId="0" animBg="1"/>
      <p:bldP spid="46" grpId="1" animBg="1"/>
      <p:bldP spid="46" grpId="2" animBg="1"/>
      <p:bldP spid="46" grpId="3" animBg="1"/>
      <p:bldP spid="47" grpId="0" animBg="1"/>
      <p:bldP spid="47" grpId="1" animBg="1"/>
      <p:bldP spid="47" grpId="2" animBg="1"/>
      <p:bldP spid="47" grpId="3" animBg="1"/>
      <p:bldP spid="48" grpId="0" animBg="1"/>
      <p:bldP spid="48" grpId="1" animBg="1"/>
      <p:bldP spid="48" grpId="2" animBg="1"/>
      <p:bldP spid="48" grpId="3" animBg="1"/>
      <p:bldP spid="49" grpId="0" animBg="1"/>
      <p:bldP spid="49" grpId="1" animBg="1"/>
      <p:bldP spid="49" grpId="2" animBg="1"/>
      <p:bldP spid="49" grpId="3" animBg="1"/>
      <p:bldP spid="50" grpId="0" animBg="1"/>
      <p:bldP spid="50" grpId="1" animBg="1"/>
      <p:bldP spid="50" grpId="2" animBg="1"/>
      <p:bldP spid="50" grpId="3" animBg="1"/>
      <p:bldP spid="51" grpId="0" animBg="1"/>
      <p:bldP spid="51" grpId="1" animBg="1"/>
      <p:bldP spid="51" grpId="2" animBg="1"/>
      <p:bldP spid="51" grpId="3" animBg="1"/>
      <p:bldP spid="52" grpId="0" animBg="1"/>
      <p:bldP spid="52" grpId="1" animBg="1"/>
      <p:bldP spid="52" grpId="2" animBg="1"/>
      <p:bldP spid="52" grpId="3" animBg="1"/>
      <p:bldP spid="53" grpId="0" animBg="1"/>
      <p:bldP spid="53" grpId="1" animBg="1"/>
      <p:bldP spid="53" grpId="2" animBg="1"/>
      <p:bldP spid="53" grpId="3" animBg="1"/>
      <p:bldP spid="54" grpId="0" animBg="1"/>
      <p:bldP spid="54" grpId="1" animBg="1"/>
      <p:bldP spid="54" grpId="2" animBg="1"/>
      <p:bldP spid="54" grpId="3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FD29B-BFBD-4BDB-A092-3826457B3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62652"/>
            <a:ext cx="6858000" cy="1790700"/>
          </a:xfrm>
        </p:spPr>
        <p:txBody>
          <a:bodyPr/>
          <a:lstStyle/>
          <a:p>
            <a:r>
              <a:rPr lang="vi-VN" dirty="0"/>
              <a:t>Thành Viên nhóm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E771CB-B0A3-4991-BA79-2DD23365F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305288"/>
            <a:ext cx="6858000" cy="210669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 dirty="0"/>
              <a:t>Lương Xuân Nhất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 dirty="0"/>
              <a:t>Mai </a:t>
            </a:r>
            <a:r>
              <a:rPr lang="en-US" sz="2400" dirty="0" err="1"/>
              <a:t>Chí</a:t>
            </a:r>
            <a:r>
              <a:rPr lang="en-US" sz="2400" dirty="0"/>
              <a:t> </a:t>
            </a:r>
            <a:r>
              <a:rPr lang="en-US" sz="2400" dirty="0" err="1"/>
              <a:t>Vỹ</a:t>
            </a:r>
            <a:endParaRPr lang="en-US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 dirty="0" err="1"/>
              <a:t>Nguyễn</a:t>
            </a:r>
            <a:r>
              <a:rPr lang="en-US" sz="2400" dirty="0"/>
              <a:t> </a:t>
            </a:r>
            <a:r>
              <a:rPr lang="en-US" sz="2400" dirty="0" err="1"/>
              <a:t>Mạnh</a:t>
            </a:r>
            <a:r>
              <a:rPr lang="en-US" sz="2400" dirty="0"/>
              <a:t> </a:t>
            </a:r>
            <a:r>
              <a:rPr lang="en-US" sz="2400" dirty="0" err="1"/>
              <a:t>Cường</a:t>
            </a:r>
            <a:endParaRPr lang="en-US" sz="2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1DD95A4-5474-4575-A0FE-E00513FC8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541" y="-2421"/>
            <a:ext cx="2692459" cy="270394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08E9204-0AF1-4B21-B90D-CDCFC6D6BC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380338" y="-64524"/>
            <a:ext cx="2834863" cy="28281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67531A-DFD3-4FD7-BFBB-0526265677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446" y="-13119"/>
            <a:ext cx="804742" cy="81083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8BB38EE-E131-4375-82E2-84E44674EAE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2070" y="426772"/>
            <a:ext cx="812762" cy="81083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AA3FBC0-2AD1-4587-AD2B-F902A5898D2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717744" y="1263345"/>
            <a:ext cx="812762" cy="81083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317EB7C-42DF-4FF7-8DAA-534B4959789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0615" y="1697377"/>
            <a:ext cx="812762" cy="8108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22DD91-AEDF-49CE-A025-F6B147C595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1568510"/>
            <a:ext cx="3543300" cy="35584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861258C-A1ED-4471-A03B-DDFDF8842A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" y="1585079"/>
            <a:ext cx="3566863" cy="35584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559BAB-FFF8-4F89-82E6-FEDC70A7F8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381"/>
            <a:ext cx="2304488" cy="229229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658D42D-D9EF-4D2F-9C4A-984F8107380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919398" y="3907630"/>
            <a:ext cx="812762" cy="81083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008A625-630D-4A86-B38C-5CB777CBA39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5958" y="4329083"/>
            <a:ext cx="812762" cy="81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799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D793295-142F-455A-8F0C-45F4CDA71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385553"/>
            <a:ext cx="6858000" cy="1440180"/>
          </a:xfrm>
        </p:spPr>
        <p:txBody>
          <a:bodyPr>
            <a:normAutofit/>
          </a:bodyPr>
          <a:lstStyle/>
          <a:p>
            <a:r>
              <a:rPr lang="vi-VN" sz="4400" dirty="0"/>
              <a:t>Đề tài:</a:t>
            </a:r>
            <a:br>
              <a:rPr lang="vi-VN" sz="4400"/>
            </a:br>
            <a:endParaRPr lang="en-US" sz="4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A3837F-ACF7-4B23-A0CB-D4A865D16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1568510"/>
            <a:ext cx="3543300" cy="35584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E84399-48F9-45B9-BDC7-DE0D5A6FA0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" y="1585079"/>
            <a:ext cx="3566863" cy="35584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34CC5D-906D-4E8B-A6B4-1E1F91BB3E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381"/>
            <a:ext cx="2304488" cy="22922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49C058-7DCD-4267-B4AD-B962D814A27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919398" y="3907630"/>
            <a:ext cx="812762" cy="8108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34AAA4-80B4-4268-9056-E3F80DF18813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5958" y="4329083"/>
            <a:ext cx="812762" cy="8108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314B55-A442-4151-8612-9901E05C6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541" y="-2421"/>
            <a:ext cx="2692459" cy="27039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E09DE97-6A04-4637-BD84-3AD0DDF7AD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380338" y="-64524"/>
            <a:ext cx="2834863" cy="28281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67D5E29-BF03-4D96-A7CE-2E023C1592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446" y="-13119"/>
            <a:ext cx="804742" cy="8108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C5A035E-8B8D-43CB-B66C-A94ED3B6385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2070" y="426772"/>
            <a:ext cx="812762" cy="8108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0A785A7-2ED5-43EF-B20C-5277A31056E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717744" y="1263345"/>
            <a:ext cx="812762" cy="8108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CA285CA-F58E-4346-947A-00DA84EE81A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0615" y="1697377"/>
            <a:ext cx="812762" cy="81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668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08173334-1EFC-4F11-9835-687BCA02F0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" y="1585079"/>
            <a:ext cx="3566863" cy="35584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F6B9C9D-EF27-45FE-A7CF-64014F9B2D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381"/>
            <a:ext cx="2304488" cy="22922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94F67C-7855-406A-BDB1-3D421EA88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81803"/>
            <a:ext cx="6858000" cy="720328"/>
          </a:xfrm>
        </p:spPr>
        <p:txBody>
          <a:bodyPr/>
          <a:lstStyle/>
          <a:p>
            <a:r>
              <a:rPr lang="vi-VN" dirty="0"/>
              <a:t>Nội dung chính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F26A01-CE2F-4D92-AA69-08FF06B7E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9695" y="1144183"/>
            <a:ext cx="6121305" cy="3352800"/>
          </a:xfrm>
        </p:spPr>
        <p:txBody>
          <a:bodyPr>
            <a:normAutofit fontScale="92500"/>
          </a:bodyPr>
          <a:lstStyle/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 err="1">
                <a:latin typeface="Montserrat" panose="00000500000000000000" pitchFamily="2" charset="0"/>
              </a:rPr>
              <a:t>Tổng</a:t>
            </a:r>
            <a:r>
              <a:rPr lang="en-US" sz="2200" b="1" dirty="0">
                <a:latin typeface="Montserrat" panose="00000500000000000000" pitchFamily="2" charset="0"/>
              </a:rPr>
              <a:t> </a:t>
            </a:r>
            <a:r>
              <a:rPr lang="en-US" sz="2200" b="1" dirty="0" err="1">
                <a:latin typeface="Montserrat" panose="00000500000000000000" pitchFamily="2" charset="0"/>
              </a:rPr>
              <a:t>quan</a:t>
            </a:r>
            <a:r>
              <a:rPr lang="en-US" sz="2200" b="1" dirty="0">
                <a:latin typeface="Montserrat" panose="00000500000000000000" pitchFamily="2" charset="0"/>
              </a:rPr>
              <a:t> </a:t>
            </a:r>
            <a:r>
              <a:rPr lang="en-US" sz="2200" b="1" dirty="0" err="1">
                <a:latin typeface="Montserrat" panose="00000500000000000000" pitchFamily="2" charset="0"/>
              </a:rPr>
              <a:t>về</a:t>
            </a:r>
            <a:r>
              <a:rPr lang="en-US" sz="2200" b="1" dirty="0">
                <a:latin typeface="Montserrat" panose="00000500000000000000" pitchFamily="2" charset="0"/>
              </a:rPr>
              <a:t> </a:t>
            </a:r>
            <a:r>
              <a:rPr lang="en-US" sz="2200" b="1" dirty="0" err="1">
                <a:latin typeface="Montserrat" panose="00000500000000000000" pitchFamily="2" charset="0"/>
              </a:rPr>
              <a:t>tình</a:t>
            </a:r>
            <a:r>
              <a:rPr lang="en-US" sz="2200" b="1" dirty="0">
                <a:latin typeface="Montserrat" panose="00000500000000000000" pitchFamily="2" charset="0"/>
              </a:rPr>
              <a:t> </a:t>
            </a:r>
            <a:r>
              <a:rPr lang="en-US" sz="2200" b="1" dirty="0" err="1">
                <a:latin typeface="Montserrat" panose="00000500000000000000" pitchFamily="2" charset="0"/>
              </a:rPr>
              <a:t>hình</a:t>
            </a:r>
            <a:r>
              <a:rPr lang="en-US" sz="2200" b="1" dirty="0">
                <a:latin typeface="Montserrat" panose="00000500000000000000" pitchFamily="2" charset="0"/>
              </a:rPr>
              <a:t> </a:t>
            </a:r>
            <a:r>
              <a:rPr lang="en-US" sz="2200" b="1" dirty="0" err="1">
                <a:latin typeface="Montserrat" panose="00000500000000000000" pitchFamily="2" charset="0"/>
              </a:rPr>
              <a:t>bảo</a:t>
            </a:r>
            <a:r>
              <a:rPr lang="en-US" sz="2200" b="1" dirty="0">
                <a:latin typeface="Montserrat" panose="00000500000000000000" pitchFamily="2" charset="0"/>
              </a:rPr>
              <a:t> </a:t>
            </a:r>
            <a:r>
              <a:rPr lang="en-US" sz="2200" b="1" dirty="0" err="1">
                <a:latin typeface="Montserrat" panose="00000500000000000000" pitchFamily="2" charset="0"/>
              </a:rPr>
              <a:t>mật</a:t>
            </a:r>
            <a:r>
              <a:rPr lang="en-US" sz="2200" b="1" dirty="0">
                <a:latin typeface="Montserrat" panose="00000500000000000000" pitchFamily="2" charset="0"/>
              </a:rPr>
              <a:t> </a:t>
            </a:r>
            <a:r>
              <a:rPr lang="en-US" sz="2200" b="1" dirty="0" err="1">
                <a:latin typeface="Montserrat" panose="00000500000000000000" pitchFamily="2" charset="0"/>
              </a:rPr>
              <a:t>hiện</a:t>
            </a:r>
            <a:r>
              <a:rPr lang="en-US" sz="2200" b="1" dirty="0">
                <a:latin typeface="Montserrat" panose="00000500000000000000" pitchFamily="2" charset="0"/>
              </a:rPr>
              <a:t> nay</a:t>
            </a:r>
            <a:endParaRPr lang="vi-VN" sz="2200" b="1" dirty="0">
              <a:latin typeface="Montserrat" panose="00000500000000000000" pitchFamily="2" charset="0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 err="1">
                <a:latin typeface="Montserrat" panose="00000500000000000000" pitchFamily="2" charset="0"/>
              </a:rPr>
              <a:t>Giới</a:t>
            </a:r>
            <a:r>
              <a:rPr lang="en-US" sz="2200" b="1" dirty="0">
                <a:latin typeface="Montserrat" panose="00000500000000000000" pitchFamily="2" charset="0"/>
              </a:rPr>
              <a:t> </a:t>
            </a:r>
            <a:r>
              <a:rPr lang="en-US" sz="2200" b="1" dirty="0" err="1">
                <a:latin typeface="Montserrat" panose="00000500000000000000" pitchFamily="2" charset="0"/>
              </a:rPr>
              <a:t>thiệu</a:t>
            </a:r>
            <a:r>
              <a:rPr lang="en-US" sz="2200" b="1" dirty="0">
                <a:latin typeface="Montserrat" panose="00000500000000000000" pitchFamily="2" charset="0"/>
              </a:rPr>
              <a:t> </a:t>
            </a:r>
            <a:r>
              <a:rPr lang="en-US" sz="2200" b="1" dirty="0" err="1">
                <a:latin typeface="Montserrat" panose="00000500000000000000" pitchFamily="2" charset="0"/>
              </a:rPr>
              <a:t>về</a:t>
            </a:r>
            <a:r>
              <a:rPr lang="en-US" sz="2200" b="1" dirty="0">
                <a:latin typeface="Montserrat" panose="00000500000000000000" pitchFamily="2" charset="0"/>
              </a:rPr>
              <a:t> </a:t>
            </a:r>
            <a:r>
              <a:rPr lang="en-US" sz="2200" b="1" dirty="0" err="1">
                <a:latin typeface="Montserrat" panose="00000500000000000000" pitchFamily="2" charset="0"/>
              </a:rPr>
              <a:t>hệ</a:t>
            </a:r>
            <a:r>
              <a:rPr lang="en-US" sz="2200" b="1" dirty="0">
                <a:latin typeface="Montserrat" panose="00000500000000000000" pitchFamily="2" charset="0"/>
              </a:rPr>
              <a:t> </a:t>
            </a:r>
            <a:r>
              <a:rPr lang="en-US" sz="2200" b="1" dirty="0" err="1">
                <a:latin typeface="Montserrat" panose="00000500000000000000" pitchFamily="2" charset="0"/>
              </a:rPr>
              <a:t>thống</a:t>
            </a:r>
            <a:r>
              <a:rPr lang="en-US" sz="2200" b="1" dirty="0">
                <a:latin typeface="Montserrat" panose="00000500000000000000" pitchFamily="2" charset="0"/>
              </a:rPr>
              <a:t> IDS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 err="1">
                <a:latin typeface="Montserrat" panose="00000500000000000000" pitchFamily="2" charset="0"/>
              </a:rPr>
              <a:t>Nghiên</a:t>
            </a:r>
            <a:r>
              <a:rPr lang="en-US" sz="2200" b="1" dirty="0">
                <a:latin typeface="Montserrat" panose="00000500000000000000" pitchFamily="2" charset="0"/>
              </a:rPr>
              <a:t> </a:t>
            </a:r>
            <a:r>
              <a:rPr lang="en-US" sz="2200" b="1" dirty="0" err="1">
                <a:latin typeface="Montserrat" panose="00000500000000000000" pitchFamily="2" charset="0"/>
              </a:rPr>
              <a:t>cứu</a:t>
            </a:r>
            <a:r>
              <a:rPr lang="en-US" sz="2200" b="1" dirty="0">
                <a:latin typeface="Montserrat" panose="00000500000000000000" pitchFamily="2" charset="0"/>
              </a:rPr>
              <a:t> </a:t>
            </a:r>
            <a:r>
              <a:rPr lang="en-US" sz="2200" b="1" dirty="0" err="1">
                <a:latin typeface="Montserrat" panose="00000500000000000000" pitchFamily="2" charset="0"/>
              </a:rPr>
              <a:t>ứng</a:t>
            </a:r>
            <a:r>
              <a:rPr lang="en-US" sz="2200" b="1" dirty="0">
                <a:latin typeface="Montserrat" panose="00000500000000000000" pitchFamily="2" charset="0"/>
              </a:rPr>
              <a:t> </a:t>
            </a:r>
            <a:r>
              <a:rPr lang="en-US" sz="2200" b="1" dirty="0" err="1">
                <a:latin typeface="Montserrat" panose="00000500000000000000" pitchFamily="2" charset="0"/>
              </a:rPr>
              <a:t>dụng</a:t>
            </a:r>
            <a:r>
              <a:rPr lang="en-US" sz="2200" b="1" dirty="0">
                <a:latin typeface="Montserrat" panose="00000500000000000000" pitchFamily="2" charset="0"/>
              </a:rPr>
              <a:t> IDS SNORT </a:t>
            </a:r>
            <a:endParaRPr lang="vi-VN" sz="2200" b="1" dirty="0">
              <a:latin typeface="Montserrat" panose="00000500000000000000" pitchFamily="2" charset="0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>
                <a:latin typeface="Montserrat" panose="00000500000000000000" pitchFamily="2" charset="0"/>
              </a:rPr>
              <a:t>C</a:t>
            </a:r>
            <a:r>
              <a:rPr lang="vi-VN" sz="2200" b="1" dirty="0" err="1">
                <a:latin typeface="Montserrat" panose="00000500000000000000" pitchFamily="2" charset="0"/>
              </a:rPr>
              <a:t>ài</a:t>
            </a:r>
            <a:r>
              <a:rPr lang="vi-VN" sz="2200" b="1" dirty="0">
                <a:latin typeface="Montserrat" panose="00000500000000000000" pitchFamily="2" charset="0"/>
              </a:rPr>
              <a:t> </a:t>
            </a:r>
            <a:r>
              <a:rPr lang="vi-VN" sz="2200" b="1" dirty="0" err="1">
                <a:latin typeface="Montserrat" panose="00000500000000000000" pitchFamily="2" charset="0"/>
              </a:rPr>
              <a:t>đặt</a:t>
            </a:r>
            <a:r>
              <a:rPr lang="vi-VN" sz="2200" b="1" dirty="0">
                <a:latin typeface="Montserrat" panose="00000500000000000000" pitchFamily="2" charset="0"/>
              </a:rPr>
              <a:t> </a:t>
            </a:r>
            <a:r>
              <a:rPr lang="vi-VN" sz="2200" b="1" dirty="0" err="1">
                <a:latin typeface="Montserrat" panose="00000500000000000000" pitchFamily="2" charset="0"/>
              </a:rPr>
              <a:t>cấu</a:t>
            </a:r>
            <a:r>
              <a:rPr lang="vi-VN" sz="2200" b="1" dirty="0">
                <a:latin typeface="Montserrat" panose="00000500000000000000" pitchFamily="2" charset="0"/>
              </a:rPr>
              <a:t> </a:t>
            </a:r>
            <a:r>
              <a:rPr lang="vi-VN" sz="2200" b="1" dirty="0" err="1">
                <a:latin typeface="Montserrat" panose="00000500000000000000" pitchFamily="2" charset="0"/>
              </a:rPr>
              <a:t>hình</a:t>
            </a:r>
            <a:r>
              <a:rPr lang="vi-VN" sz="2200" b="1" dirty="0">
                <a:latin typeface="Montserrat" panose="00000500000000000000" pitchFamily="2" charset="0"/>
              </a:rPr>
              <a:t> </a:t>
            </a:r>
            <a:r>
              <a:rPr lang="vi-VN" sz="2200" b="1" dirty="0" err="1">
                <a:latin typeface="Montserrat" panose="00000500000000000000" pitchFamily="2" charset="0"/>
              </a:rPr>
              <a:t>và</a:t>
            </a:r>
            <a:r>
              <a:rPr lang="vi-VN" sz="2200" b="1" dirty="0">
                <a:latin typeface="Montserrat" panose="00000500000000000000" pitchFamily="2" charset="0"/>
              </a:rPr>
              <a:t> </a:t>
            </a:r>
            <a:r>
              <a:rPr lang="vi-VN" sz="2200" b="1" dirty="0" err="1">
                <a:latin typeface="Montserrat" panose="00000500000000000000" pitchFamily="2" charset="0"/>
              </a:rPr>
              <a:t>xậy</a:t>
            </a:r>
            <a:r>
              <a:rPr lang="vi-VN" sz="2200" b="1" dirty="0">
                <a:latin typeface="Montserrat" panose="00000500000000000000" pitchFamily="2" charset="0"/>
              </a:rPr>
              <a:t> </a:t>
            </a:r>
            <a:r>
              <a:rPr lang="vi-VN" sz="2200" b="1" dirty="0" err="1">
                <a:latin typeface="Montserrat" panose="00000500000000000000" pitchFamily="2" charset="0"/>
              </a:rPr>
              <a:t>dựng</a:t>
            </a:r>
            <a:r>
              <a:rPr lang="vi-VN" sz="2200" b="1" dirty="0">
                <a:latin typeface="Montserrat" panose="00000500000000000000" pitchFamily="2" charset="0"/>
              </a:rPr>
              <a:t> </a:t>
            </a:r>
            <a:r>
              <a:rPr lang="vi-VN" sz="2200" b="1" dirty="0" err="1">
                <a:latin typeface="Montserrat" panose="00000500000000000000" pitchFamily="2" charset="0"/>
              </a:rPr>
              <a:t>ứng</a:t>
            </a:r>
            <a:r>
              <a:rPr lang="vi-VN" sz="2200" b="1" dirty="0">
                <a:latin typeface="Montserrat" panose="00000500000000000000" pitchFamily="2" charset="0"/>
              </a:rPr>
              <a:t> </a:t>
            </a:r>
            <a:r>
              <a:rPr lang="vi-VN" sz="2200" b="1" dirty="0" err="1">
                <a:latin typeface="Montserrat" panose="00000500000000000000" pitchFamily="2" charset="0"/>
              </a:rPr>
              <a:t>dụng</a:t>
            </a:r>
            <a:r>
              <a:rPr lang="vi-VN" sz="2200" b="1" dirty="0">
                <a:latin typeface="Montserrat" panose="00000500000000000000" pitchFamily="2" charset="0"/>
              </a:rPr>
              <a:t> </a:t>
            </a:r>
            <a:r>
              <a:rPr lang="vi-VN" sz="2200" b="1" dirty="0" err="1">
                <a:latin typeface="Montserrat" panose="00000500000000000000" pitchFamily="2" charset="0"/>
              </a:rPr>
              <a:t>hệ</a:t>
            </a:r>
            <a:r>
              <a:rPr lang="vi-VN" sz="2200" b="1" dirty="0">
                <a:latin typeface="Montserrat" panose="00000500000000000000" pitchFamily="2" charset="0"/>
              </a:rPr>
              <a:t> </a:t>
            </a:r>
            <a:r>
              <a:rPr lang="vi-VN" sz="2200" b="1" dirty="0" err="1">
                <a:latin typeface="Montserrat" panose="00000500000000000000" pitchFamily="2" charset="0"/>
              </a:rPr>
              <a:t>thống</a:t>
            </a:r>
            <a:r>
              <a:rPr lang="vi-VN" sz="2200" b="1" dirty="0">
                <a:latin typeface="Montserrat" panose="00000500000000000000" pitchFamily="2" charset="0"/>
              </a:rPr>
              <a:t> </a:t>
            </a:r>
            <a:r>
              <a:rPr lang="vi-VN" sz="2200" b="1" dirty="0" err="1">
                <a:latin typeface="Montserrat" panose="00000500000000000000" pitchFamily="2" charset="0"/>
              </a:rPr>
              <a:t>phát</a:t>
            </a:r>
            <a:r>
              <a:rPr lang="vi-VN" sz="2200" b="1" dirty="0">
                <a:latin typeface="Montserrat" panose="00000500000000000000" pitchFamily="2" charset="0"/>
              </a:rPr>
              <a:t> </a:t>
            </a:r>
            <a:r>
              <a:rPr lang="vi-VN" sz="2200" b="1" dirty="0" err="1">
                <a:latin typeface="Montserrat" panose="00000500000000000000" pitchFamily="2" charset="0"/>
              </a:rPr>
              <a:t>hiện</a:t>
            </a:r>
            <a:r>
              <a:rPr lang="vi-VN" sz="2200" b="1" dirty="0">
                <a:latin typeface="Montserrat" panose="00000500000000000000" pitchFamily="2" charset="0"/>
              </a:rPr>
              <a:t> xâm </a:t>
            </a:r>
            <a:r>
              <a:rPr lang="vi-VN" sz="2200" b="1" dirty="0" err="1">
                <a:latin typeface="Montserrat" panose="00000500000000000000" pitchFamily="2" charset="0"/>
              </a:rPr>
              <a:t>nhập</a:t>
            </a:r>
            <a:r>
              <a:rPr lang="vi-VN" sz="2200" b="1" dirty="0">
                <a:latin typeface="Montserrat" panose="00000500000000000000" pitchFamily="2" charset="0"/>
              </a:rPr>
              <a:t> </a:t>
            </a:r>
            <a:r>
              <a:rPr lang="vi-VN" sz="2200" b="1" dirty="0" err="1">
                <a:latin typeface="Montserrat" panose="00000500000000000000" pitchFamily="2" charset="0"/>
              </a:rPr>
              <a:t>IDS</a:t>
            </a:r>
            <a:r>
              <a:rPr lang="vi-VN" sz="2200" b="1" dirty="0">
                <a:latin typeface="Montserrat" panose="00000500000000000000" pitchFamily="2" charset="0"/>
              </a:rPr>
              <a:t> </a:t>
            </a:r>
            <a:r>
              <a:rPr lang="vi-VN" sz="2200" b="1" dirty="0" err="1">
                <a:latin typeface="Montserrat" panose="00000500000000000000" pitchFamily="2" charset="0"/>
              </a:rPr>
              <a:t>SNORT</a:t>
            </a:r>
            <a:endParaRPr lang="en-US" sz="2200" b="1" dirty="0">
              <a:latin typeface="Montserrat" panose="00000500000000000000" pitchFamily="2" charset="0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>
                <a:latin typeface="Montserrat" panose="00000500000000000000" pitchFamily="2" charset="0"/>
              </a:rPr>
              <a:t>Demo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0CC022-2CB0-48CD-870D-A2019966BA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1568510"/>
            <a:ext cx="3543300" cy="355842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1527FD7-4454-40B1-8ECC-D4DA56AF846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919398" y="3907630"/>
            <a:ext cx="812762" cy="81083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209DC15-677B-49FF-970D-0A196155210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5958" y="4329083"/>
            <a:ext cx="812762" cy="81083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E733570-66E7-4CEB-9AAA-339A2174CB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541" y="-2421"/>
            <a:ext cx="2692459" cy="270394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6F9178C-AB77-4C13-8346-A73B08BB1D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446" y="-13119"/>
            <a:ext cx="804742" cy="81083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DC7E2BF-715F-4D37-AAA1-87B8FE81489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2070" y="426772"/>
            <a:ext cx="812762" cy="81083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D2F607D-7D8D-4F03-A893-00E4A47B616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717744" y="1263345"/>
            <a:ext cx="812762" cy="81083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064C4E6-BD01-4463-982D-BDCDBABCFE6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0615" y="1697377"/>
            <a:ext cx="812762" cy="81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35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98" end="1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charRg st="98" end="1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charRg st="98" end="17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charRg st="98" end="17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74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charRg st="174" end="1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charRg st="174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charRg st="174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DFBB55-C5EA-4FED-A312-62BF8F49F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746" y="644752"/>
            <a:ext cx="4568190" cy="3649980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dirty="0"/>
              <a:t>1.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tình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nay</a:t>
            </a:r>
          </a:p>
        </p:txBody>
      </p:sp>
      <p:sp>
        <p:nvSpPr>
          <p:cNvPr id="100" name="Google Shape;71;p8">
            <a:extLst>
              <a:ext uri="{FF2B5EF4-FFF2-40B4-BE49-F238E27FC236}">
                <a16:creationId xmlns:a16="http://schemas.microsoft.com/office/drawing/2014/main" id="{A74D2F9F-51B7-49A7-B8A0-1F13977D6B29}"/>
              </a:ext>
            </a:extLst>
          </p:cNvPr>
          <p:cNvSpPr/>
          <p:nvPr/>
        </p:nvSpPr>
        <p:spPr>
          <a:xfrm rot="5400000">
            <a:off x="4407900" y="-1500"/>
            <a:ext cx="4734600" cy="4737600"/>
          </a:xfrm>
          <a:prstGeom prst="diagStripe">
            <a:avLst>
              <a:gd name="adj" fmla="val 49469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1" name="Google Shape;72;p8">
            <a:extLst>
              <a:ext uri="{FF2B5EF4-FFF2-40B4-BE49-F238E27FC236}">
                <a16:creationId xmlns:a16="http://schemas.microsoft.com/office/drawing/2014/main" id="{C8614174-D816-48C5-8D98-F64D2C04B4B9}"/>
              </a:ext>
            </a:extLst>
          </p:cNvPr>
          <p:cNvSpPr/>
          <p:nvPr/>
        </p:nvSpPr>
        <p:spPr>
          <a:xfrm rot="5400000">
            <a:off x="4840825" y="6000"/>
            <a:ext cx="4298700" cy="4286700"/>
          </a:xfrm>
          <a:prstGeom prst="diagStripe">
            <a:avLst>
              <a:gd name="adj" fmla="val 0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2" name="Google Shape;73;p8">
            <a:extLst>
              <a:ext uri="{FF2B5EF4-FFF2-40B4-BE49-F238E27FC236}">
                <a16:creationId xmlns:a16="http://schemas.microsoft.com/office/drawing/2014/main" id="{C6A20AAB-7572-4734-B51A-E7F4CCF2AF95}"/>
              </a:ext>
            </a:extLst>
          </p:cNvPr>
          <p:cNvSpPr/>
          <p:nvPr/>
        </p:nvSpPr>
        <p:spPr>
          <a:xfrm rot="16200000">
            <a:off x="5618399" y="123664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3" name="Google Shape;74;p8">
            <a:extLst>
              <a:ext uri="{FF2B5EF4-FFF2-40B4-BE49-F238E27FC236}">
                <a16:creationId xmlns:a16="http://schemas.microsoft.com/office/drawing/2014/main" id="{8B180616-A468-4B60-B2F3-ACEA3C59CB7C}"/>
              </a:ext>
            </a:extLst>
          </p:cNvPr>
          <p:cNvSpPr/>
          <p:nvPr/>
        </p:nvSpPr>
        <p:spPr>
          <a:xfrm flipH="1">
            <a:off x="5849857" y="144407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4" name="Google Shape;75;p8">
            <a:extLst>
              <a:ext uri="{FF2B5EF4-FFF2-40B4-BE49-F238E27FC236}">
                <a16:creationId xmlns:a16="http://schemas.microsoft.com/office/drawing/2014/main" id="{71B4E9C9-0422-4A37-9532-C8AF6962C3A9}"/>
              </a:ext>
            </a:extLst>
          </p:cNvPr>
          <p:cNvSpPr/>
          <p:nvPr/>
        </p:nvSpPr>
        <p:spPr>
          <a:xfrm rot="16200000">
            <a:off x="5987081" y="2469743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5" name="Google Shape;76;p8">
            <a:extLst>
              <a:ext uri="{FF2B5EF4-FFF2-40B4-BE49-F238E27FC236}">
                <a16:creationId xmlns:a16="http://schemas.microsoft.com/office/drawing/2014/main" id="{F6EAAA07-32FD-4FE4-9F34-F0CFCEE38F13}"/>
              </a:ext>
            </a:extLst>
          </p:cNvPr>
          <p:cNvSpPr/>
          <p:nvPr/>
        </p:nvSpPr>
        <p:spPr>
          <a:xfrm flipH="1">
            <a:off x="6222115" y="267717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6" name="Google Shape;77;p8">
            <a:extLst>
              <a:ext uri="{FF2B5EF4-FFF2-40B4-BE49-F238E27FC236}">
                <a16:creationId xmlns:a16="http://schemas.microsoft.com/office/drawing/2014/main" id="{05042B2D-E7C5-41F2-BB2D-6A43E7E51AFA}"/>
              </a:ext>
            </a:extLst>
          </p:cNvPr>
          <p:cNvSpPr/>
          <p:nvPr/>
        </p:nvSpPr>
        <p:spPr>
          <a:xfrm rot="16200000">
            <a:off x="6675341" y="1862244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7" name="Google Shape;78;p8">
            <a:extLst>
              <a:ext uri="{FF2B5EF4-FFF2-40B4-BE49-F238E27FC236}">
                <a16:creationId xmlns:a16="http://schemas.microsoft.com/office/drawing/2014/main" id="{5231E1E0-8077-4488-B2CC-41EE57968C34}"/>
              </a:ext>
            </a:extLst>
          </p:cNvPr>
          <p:cNvSpPr/>
          <p:nvPr/>
        </p:nvSpPr>
        <p:spPr>
          <a:xfrm flipH="1">
            <a:off x="6908099" y="2069680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82C7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8" name="Google Shape;79;p8">
            <a:extLst>
              <a:ext uri="{FF2B5EF4-FFF2-40B4-BE49-F238E27FC236}">
                <a16:creationId xmlns:a16="http://schemas.microsoft.com/office/drawing/2014/main" id="{4C8ABCD2-8E41-4A4E-9B62-3E6A107EE5E5}"/>
              </a:ext>
            </a:extLst>
          </p:cNvPr>
          <p:cNvSpPr/>
          <p:nvPr/>
        </p:nvSpPr>
        <p:spPr>
          <a:xfrm rot="16200000">
            <a:off x="6861141" y="247808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9" name="Google Shape;80;p8">
            <a:extLst>
              <a:ext uri="{FF2B5EF4-FFF2-40B4-BE49-F238E27FC236}">
                <a16:creationId xmlns:a16="http://schemas.microsoft.com/office/drawing/2014/main" id="{43A282AB-2A66-4664-9233-DF2AB76CF8EA}"/>
              </a:ext>
            </a:extLst>
          </p:cNvPr>
          <p:cNvSpPr/>
          <p:nvPr/>
        </p:nvSpPr>
        <p:spPr>
          <a:xfrm flipH="1">
            <a:off x="7965266" y="269319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0" name="Google Shape;81;p8">
            <a:extLst>
              <a:ext uri="{FF2B5EF4-FFF2-40B4-BE49-F238E27FC236}">
                <a16:creationId xmlns:a16="http://schemas.microsoft.com/office/drawing/2014/main" id="{699F01A5-86E2-4BB7-8F6F-6CA9D8F55C7F}"/>
              </a:ext>
            </a:extLst>
          </p:cNvPr>
          <p:cNvSpPr/>
          <p:nvPr/>
        </p:nvSpPr>
        <p:spPr>
          <a:xfrm flipH="1">
            <a:off x="8145082" y="330903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1" name="Google Shape;82;p8">
            <a:extLst>
              <a:ext uri="{FF2B5EF4-FFF2-40B4-BE49-F238E27FC236}">
                <a16:creationId xmlns:a16="http://schemas.microsoft.com/office/drawing/2014/main" id="{3D0066C0-3FD0-44B0-B641-4FD073EC750D}"/>
              </a:ext>
            </a:extLst>
          </p:cNvPr>
          <p:cNvSpPr/>
          <p:nvPr/>
        </p:nvSpPr>
        <p:spPr>
          <a:xfrm rot="16200000">
            <a:off x="7047599" y="3095345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2" name="Google Shape;83;p8">
            <a:extLst>
              <a:ext uri="{FF2B5EF4-FFF2-40B4-BE49-F238E27FC236}">
                <a16:creationId xmlns:a16="http://schemas.microsoft.com/office/drawing/2014/main" id="{6AAF729D-7BF9-4D44-841E-0A2ED043F2BD}"/>
              </a:ext>
            </a:extLst>
          </p:cNvPr>
          <p:cNvSpPr/>
          <p:nvPr/>
        </p:nvSpPr>
        <p:spPr>
          <a:xfrm flipH="1">
            <a:off x="7276649" y="330278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3" name="Google Shape;84;p8">
            <a:extLst>
              <a:ext uri="{FF2B5EF4-FFF2-40B4-BE49-F238E27FC236}">
                <a16:creationId xmlns:a16="http://schemas.microsoft.com/office/drawing/2014/main" id="{2A587CCD-4792-4A42-8081-B670A46497F1}"/>
              </a:ext>
            </a:extLst>
          </p:cNvPr>
          <p:cNvSpPr/>
          <p:nvPr/>
        </p:nvSpPr>
        <p:spPr>
          <a:xfrm rot="16200000">
            <a:off x="7227414" y="371118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0145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4" name="Google Shape;85;p8">
            <a:extLst>
              <a:ext uri="{FF2B5EF4-FFF2-40B4-BE49-F238E27FC236}">
                <a16:creationId xmlns:a16="http://schemas.microsoft.com/office/drawing/2014/main" id="{EF2B95D2-22B4-431F-81CC-7A4135606326}"/>
              </a:ext>
            </a:extLst>
          </p:cNvPr>
          <p:cNvSpPr/>
          <p:nvPr/>
        </p:nvSpPr>
        <p:spPr>
          <a:xfrm flipH="1">
            <a:off x="7462448" y="3918625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5" name="Google Shape;86;p8">
            <a:extLst>
              <a:ext uri="{FF2B5EF4-FFF2-40B4-BE49-F238E27FC236}">
                <a16:creationId xmlns:a16="http://schemas.microsoft.com/office/drawing/2014/main" id="{E70AC1A1-3F84-4DF4-B8DE-7043B8F58946}"/>
              </a:ext>
            </a:extLst>
          </p:cNvPr>
          <p:cNvSpPr/>
          <p:nvPr/>
        </p:nvSpPr>
        <p:spPr>
          <a:xfrm rot="16200000">
            <a:off x="8102491" y="371885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6" name="Google Shape;87;p8">
            <a:extLst>
              <a:ext uri="{FF2B5EF4-FFF2-40B4-BE49-F238E27FC236}">
                <a16:creationId xmlns:a16="http://schemas.microsoft.com/office/drawing/2014/main" id="{A92167D1-51CD-4FA8-8D55-C564B1A5191F}"/>
              </a:ext>
            </a:extLst>
          </p:cNvPr>
          <p:cNvSpPr/>
          <p:nvPr/>
        </p:nvSpPr>
        <p:spPr>
          <a:xfrm flipH="1">
            <a:off x="8334533" y="3926292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7" name="Google Shape;88;p8">
            <a:extLst>
              <a:ext uri="{FF2B5EF4-FFF2-40B4-BE49-F238E27FC236}">
                <a16:creationId xmlns:a16="http://schemas.microsoft.com/office/drawing/2014/main" id="{0F2A4BB4-14CF-4950-8227-EEA86A45535E}"/>
              </a:ext>
            </a:extLst>
          </p:cNvPr>
          <p:cNvSpPr/>
          <p:nvPr/>
        </p:nvSpPr>
        <p:spPr>
          <a:xfrm rot="16200000">
            <a:off x="8288290" y="4334700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4F21F1-0AF8-C671-2486-0384A21DB7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579" y="1816781"/>
            <a:ext cx="3328482" cy="332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479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84;p8">
            <a:extLst>
              <a:ext uri="{FF2B5EF4-FFF2-40B4-BE49-F238E27FC236}">
                <a16:creationId xmlns:a16="http://schemas.microsoft.com/office/drawing/2014/main" id="{10062E29-E107-42B2-BD37-A19B02C0DEA2}"/>
              </a:ext>
            </a:extLst>
          </p:cNvPr>
          <p:cNvSpPr/>
          <p:nvPr/>
        </p:nvSpPr>
        <p:spPr>
          <a:xfrm rot="16200000">
            <a:off x="0" y="45921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0145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Google Shape;78;p8">
            <a:extLst>
              <a:ext uri="{FF2B5EF4-FFF2-40B4-BE49-F238E27FC236}">
                <a16:creationId xmlns:a16="http://schemas.microsoft.com/office/drawing/2014/main" id="{39C2AE52-9129-458B-984A-DAC19FAD539D}"/>
              </a:ext>
            </a:extLst>
          </p:cNvPr>
          <p:cNvSpPr/>
          <p:nvPr/>
        </p:nvSpPr>
        <p:spPr>
          <a:xfrm flipH="1">
            <a:off x="193944" y="56041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82C7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B343E3-FFD6-46DE-8CB2-9067E5FEA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1. </a:t>
            </a:r>
            <a:r>
              <a:rPr lang="en-US" sz="4000" dirty="0" err="1"/>
              <a:t>Tổng</a:t>
            </a:r>
            <a:r>
              <a:rPr lang="en-US" sz="4000" dirty="0"/>
              <a:t> </a:t>
            </a:r>
            <a:r>
              <a:rPr lang="en-US" sz="4000" dirty="0" err="1"/>
              <a:t>quan</a:t>
            </a:r>
            <a:r>
              <a:rPr lang="en-US" sz="4000" dirty="0"/>
              <a:t> </a:t>
            </a:r>
            <a:r>
              <a:rPr lang="en-US" sz="4000" dirty="0" err="1"/>
              <a:t>về</a:t>
            </a:r>
            <a:r>
              <a:rPr lang="en-US" sz="4000" dirty="0"/>
              <a:t> </a:t>
            </a:r>
            <a:r>
              <a:rPr lang="en-US" sz="4000" dirty="0" err="1"/>
              <a:t>tình</a:t>
            </a:r>
            <a:r>
              <a:rPr lang="en-US" sz="4000" dirty="0"/>
              <a:t> </a:t>
            </a:r>
            <a:r>
              <a:rPr lang="en-US" sz="4000" dirty="0" err="1"/>
              <a:t>hình</a:t>
            </a:r>
            <a:r>
              <a:rPr lang="en-US" sz="4000" dirty="0"/>
              <a:t> </a:t>
            </a:r>
            <a:r>
              <a:rPr lang="en-US" sz="4000" dirty="0" err="1"/>
              <a:t>bảo</a:t>
            </a:r>
            <a:r>
              <a:rPr lang="en-US" sz="4000" dirty="0"/>
              <a:t> </a:t>
            </a:r>
            <a:r>
              <a:rPr lang="en-US" sz="4000" dirty="0" err="1"/>
              <a:t>mật</a:t>
            </a:r>
            <a:r>
              <a:rPr lang="en-US" sz="4000" dirty="0"/>
              <a:t> </a:t>
            </a:r>
            <a:r>
              <a:rPr lang="en-US" sz="4000" dirty="0" err="1"/>
              <a:t>hiện</a:t>
            </a:r>
            <a:r>
              <a:rPr lang="en-US" sz="4000" dirty="0"/>
              <a:t> nay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DEA46-255C-4759-AA72-73A4899D5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7423" y="964818"/>
            <a:ext cx="3886200" cy="349358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1.1 </a:t>
            </a:r>
            <a:r>
              <a:rPr lang="en-US" sz="18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Tình</a:t>
            </a:r>
            <a:r>
              <a:rPr lang="vi-VN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8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hình</a:t>
            </a:r>
            <a:r>
              <a:rPr lang="vi-VN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8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bảo</a:t>
            </a:r>
            <a:r>
              <a:rPr lang="vi-VN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8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mật</a:t>
            </a:r>
            <a:r>
              <a:rPr lang="vi-VN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8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hiện</a:t>
            </a:r>
            <a:r>
              <a:rPr lang="vi-VN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nay</a:t>
            </a:r>
            <a:endParaRPr lang="en-US" b="1" dirty="0">
              <a:latin typeface="Montserrat" panose="00000500000000000000" pitchFamily="2" charset="0"/>
            </a:endParaRPr>
          </a:p>
        </p:txBody>
      </p:sp>
      <p:sp>
        <p:nvSpPr>
          <p:cNvPr id="18" name="Google Shape;71;p8">
            <a:extLst>
              <a:ext uri="{FF2B5EF4-FFF2-40B4-BE49-F238E27FC236}">
                <a16:creationId xmlns:a16="http://schemas.microsoft.com/office/drawing/2014/main" id="{AC360132-CF23-4AF3-AA1B-594FA3436B3C}"/>
              </a:ext>
            </a:extLst>
          </p:cNvPr>
          <p:cNvSpPr/>
          <p:nvPr/>
        </p:nvSpPr>
        <p:spPr>
          <a:xfrm rot="5400000">
            <a:off x="4138226" y="8056903"/>
            <a:ext cx="4734600" cy="4737600"/>
          </a:xfrm>
          <a:prstGeom prst="diagStripe">
            <a:avLst>
              <a:gd name="adj" fmla="val 49469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Google Shape;72;p8">
            <a:extLst>
              <a:ext uri="{FF2B5EF4-FFF2-40B4-BE49-F238E27FC236}">
                <a16:creationId xmlns:a16="http://schemas.microsoft.com/office/drawing/2014/main" id="{1CE4C4B5-9755-4FE2-8A2D-DE2E1F23C589}"/>
              </a:ext>
            </a:extLst>
          </p:cNvPr>
          <p:cNvSpPr/>
          <p:nvPr/>
        </p:nvSpPr>
        <p:spPr>
          <a:xfrm rot="5400000">
            <a:off x="2414309" y="6983890"/>
            <a:ext cx="4298700" cy="4286700"/>
          </a:xfrm>
          <a:prstGeom prst="diagStripe">
            <a:avLst>
              <a:gd name="adj" fmla="val 0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Google Shape;73;p8">
            <a:extLst>
              <a:ext uri="{FF2B5EF4-FFF2-40B4-BE49-F238E27FC236}">
                <a16:creationId xmlns:a16="http://schemas.microsoft.com/office/drawing/2014/main" id="{513C540F-F44F-412A-8521-5E3E870EA29A}"/>
              </a:ext>
            </a:extLst>
          </p:cNvPr>
          <p:cNvSpPr/>
          <p:nvPr/>
        </p:nvSpPr>
        <p:spPr>
          <a:xfrm rot="1784317">
            <a:off x="10440774" y="401284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74;p8">
            <a:extLst>
              <a:ext uri="{FF2B5EF4-FFF2-40B4-BE49-F238E27FC236}">
                <a16:creationId xmlns:a16="http://schemas.microsoft.com/office/drawing/2014/main" id="{C45E7BC1-D653-4819-848A-5FFC0B09BF7A}"/>
              </a:ext>
            </a:extLst>
          </p:cNvPr>
          <p:cNvSpPr/>
          <p:nvPr/>
        </p:nvSpPr>
        <p:spPr>
          <a:xfrm rot="7184317" flipH="1">
            <a:off x="5343630" y="760605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75;p8">
            <a:extLst>
              <a:ext uri="{FF2B5EF4-FFF2-40B4-BE49-F238E27FC236}">
                <a16:creationId xmlns:a16="http://schemas.microsoft.com/office/drawing/2014/main" id="{F942A00D-3CCF-4A46-B871-B11DEFB90282}"/>
              </a:ext>
            </a:extLst>
          </p:cNvPr>
          <p:cNvSpPr/>
          <p:nvPr/>
        </p:nvSpPr>
        <p:spPr>
          <a:xfrm rot="1784317">
            <a:off x="2141901" y="8941754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76;p8">
            <a:extLst>
              <a:ext uri="{FF2B5EF4-FFF2-40B4-BE49-F238E27FC236}">
                <a16:creationId xmlns:a16="http://schemas.microsoft.com/office/drawing/2014/main" id="{9BC4F587-C8E6-4CF6-AE3C-C6C4B387CEE8}"/>
              </a:ext>
            </a:extLst>
          </p:cNvPr>
          <p:cNvSpPr/>
          <p:nvPr/>
        </p:nvSpPr>
        <p:spPr>
          <a:xfrm rot="7184317" flipH="1">
            <a:off x="4712891" y="8902984"/>
            <a:ext cx="450057" cy="1665414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77;p8">
            <a:extLst>
              <a:ext uri="{FF2B5EF4-FFF2-40B4-BE49-F238E27FC236}">
                <a16:creationId xmlns:a16="http://schemas.microsoft.com/office/drawing/2014/main" id="{E27DD19F-A079-407B-9F5C-4E39B600083E}"/>
              </a:ext>
            </a:extLst>
          </p:cNvPr>
          <p:cNvSpPr/>
          <p:nvPr/>
        </p:nvSpPr>
        <p:spPr>
          <a:xfrm rot="1784317">
            <a:off x="2555038" y="-2132199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79;p8">
            <a:extLst>
              <a:ext uri="{FF2B5EF4-FFF2-40B4-BE49-F238E27FC236}">
                <a16:creationId xmlns:a16="http://schemas.microsoft.com/office/drawing/2014/main" id="{FDFA56D0-204E-4D30-B062-8ABB6DA11247}"/>
              </a:ext>
            </a:extLst>
          </p:cNvPr>
          <p:cNvSpPr/>
          <p:nvPr/>
        </p:nvSpPr>
        <p:spPr>
          <a:xfrm rot="1784317">
            <a:off x="7080142" y="-2439052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80;p8">
            <a:extLst>
              <a:ext uri="{FF2B5EF4-FFF2-40B4-BE49-F238E27FC236}">
                <a16:creationId xmlns:a16="http://schemas.microsoft.com/office/drawing/2014/main" id="{D9BD2C9E-1CDA-4F25-B591-B23FB0ED8375}"/>
              </a:ext>
            </a:extLst>
          </p:cNvPr>
          <p:cNvSpPr/>
          <p:nvPr/>
        </p:nvSpPr>
        <p:spPr>
          <a:xfrm rot="7184317" flipH="1">
            <a:off x="10004487" y="361633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81;p8">
            <a:extLst>
              <a:ext uri="{FF2B5EF4-FFF2-40B4-BE49-F238E27FC236}">
                <a16:creationId xmlns:a16="http://schemas.microsoft.com/office/drawing/2014/main" id="{7E179337-F356-44A3-8541-ABD9994CB612}"/>
              </a:ext>
            </a:extLst>
          </p:cNvPr>
          <p:cNvSpPr/>
          <p:nvPr/>
        </p:nvSpPr>
        <p:spPr>
          <a:xfrm flipH="1">
            <a:off x="4222407" y="6468404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Google Shape;82;p8">
            <a:extLst>
              <a:ext uri="{FF2B5EF4-FFF2-40B4-BE49-F238E27FC236}">
                <a16:creationId xmlns:a16="http://schemas.microsoft.com/office/drawing/2014/main" id="{3A6261DC-625C-4E04-A259-F94AC215BB13}"/>
              </a:ext>
            </a:extLst>
          </p:cNvPr>
          <p:cNvSpPr/>
          <p:nvPr/>
        </p:nvSpPr>
        <p:spPr>
          <a:xfrm rot="1784317">
            <a:off x="4250599" y="-2950602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83;p8">
            <a:extLst>
              <a:ext uri="{FF2B5EF4-FFF2-40B4-BE49-F238E27FC236}">
                <a16:creationId xmlns:a16="http://schemas.microsoft.com/office/drawing/2014/main" id="{68A4E305-65E5-446E-8813-F42F7159436B}"/>
              </a:ext>
            </a:extLst>
          </p:cNvPr>
          <p:cNvSpPr/>
          <p:nvPr/>
        </p:nvSpPr>
        <p:spPr>
          <a:xfrm rot="7184317" flipH="1">
            <a:off x="600499" y="778586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Google Shape;85;p8">
            <a:extLst>
              <a:ext uri="{FF2B5EF4-FFF2-40B4-BE49-F238E27FC236}">
                <a16:creationId xmlns:a16="http://schemas.microsoft.com/office/drawing/2014/main" id="{B3018E1B-CDC4-4C52-8B30-DE873DA335CA}"/>
              </a:ext>
            </a:extLst>
          </p:cNvPr>
          <p:cNvSpPr/>
          <p:nvPr/>
        </p:nvSpPr>
        <p:spPr>
          <a:xfrm rot="7184317" flipV="1">
            <a:off x="-2915773" y="-2667674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Google Shape;86;p8">
            <a:extLst>
              <a:ext uri="{FF2B5EF4-FFF2-40B4-BE49-F238E27FC236}">
                <a16:creationId xmlns:a16="http://schemas.microsoft.com/office/drawing/2014/main" id="{2754A867-A365-46BE-A258-0A7B5E07ABFF}"/>
              </a:ext>
            </a:extLst>
          </p:cNvPr>
          <p:cNvSpPr/>
          <p:nvPr/>
        </p:nvSpPr>
        <p:spPr>
          <a:xfrm rot="16200000">
            <a:off x="1000199" y="-3646930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" name="Google Shape;87;p8">
            <a:extLst>
              <a:ext uri="{FF2B5EF4-FFF2-40B4-BE49-F238E27FC236}">
                <a16:creationId xmlns:a16="http://schemas.microsoft.com/office/drawing/2014/main" id="{F5089585-082F-438E-A1C5-953A7BEA9215}"/>
              </a:ext>
            </a:extLst>
          </p:cNvPr>
          <p:cNvSpPr/>
          <p:nvPr/>
        </p:nvSpPr>
        <p:spPr>
          <a:xfrm flipV="1">
            <a:off x="2496868" y="-5964886"/>
            <a:ext cx="2092819" cy="436414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Google Shape;88;p8">
            <a:extLst>
              <a:ext uri="{FF2B5EF4-FFF2-40B4-BE49-F238E27FC236}">
                <a16:creationId xmlns:a16="http://schemas.microsoft.com/office/drawing/2014/main" id="{DF89D347-8518-4170-8E6D-001BE039FC7C}"/>
              </a:ext>
            </a:extLst>
          </p:cNvPr>
          <p:cNvSpPr/>
          <p:nvPr/>
        </p:nvSpPr>
        <p:spPr>
          <a:xfrm rot="16200000" flipH="1" flipV="1">
            <a:off x="4466757" y="-8092936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37D20A66-BF70-4A18-B9C3-0E8FD755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1</a:t>
            </a:r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976DD4E-BE8F-1CB3-8546-2D336E64D1F5}"/>
              </a:ext>
            </a:extLst>
          </p:cNvPr>
          <p:cNvSpPr txBox="1">
            <a:spLocks/>
          </p:cNvSpPr>
          <p:nvPr/>
        </p:nvSpPr>
        <p:spPr>
          <a:xfrm>
            <a:off x="169801" y="1496294"/>
            <a:ext cx="8704525" cy="20523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An ninh thông tin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nói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chung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và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an ninh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mạng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nói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riêng đang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là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vấn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đề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được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quan tâm không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chỉ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ở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Việt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Nam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mà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còn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trên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toàn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thế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giới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.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Cùng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với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sự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phát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triển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nhanh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chóng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của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Internet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,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việc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đảm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bảo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an ninh cho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thông tin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càng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trở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nên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cấp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thiết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hơn bao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giờ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hết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.</a:t>
            </a:r>
          </a:p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hoạt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động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tấn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công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mạng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trên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thế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giới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tiếp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tục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phát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triển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ở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mức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kỷ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lục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,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chủ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yếu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nhắm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tới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những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thông tin quan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trọng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từ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máy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tính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của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người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dùng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9351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84;p8">
            <a:extLst>
              <a:ext uri="{FF2B5EF4-FFF2-40B4-BE49-F238E27FC236}">
                <a16:creationId xmlns:a16="http://schemas.microsoft.com/office/drawing/2014/main" id="{10062E29-E107-42B2-BD37-A19B02C0DEA2}"/>
              </a:ext>
            </a:extLst>
          </p:cNvPr>
          <p:cNvSpPr/>
          <p:nvPr/>
        </p:nvSpPr>
        <p:spPr>
          <a:xfrm rot="16200000">
            <a:off x="0" y="45921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0145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Google Shape;78;p8">
            <a:extLst>
              <a:ext uri="{FF2B5EF4-FFF2-40B4-BE49-F238E27FC236}">
                <a16:creationId xmlns:a16="http://schemas.microsoft.com/office/drawing/2014/main" id="{39C2AE52-9129-458B-984A-DAC19FAD539D}"/>
              </a:ext>
            </a:extLst>
          </p:cNvPr>
          <p:cNvSpPr/>
          <p:nvPr/>
        </p:nvSpPr>
        <p:spPr>
          <a:xfrm flipH="1">
            <a:off x="193944" y="56041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82C7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B343E3-FFD6-46DE-8CB2-9067E5FEA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1. </a:t>
            </a:r>
            <a:r>
              <a:rPr lang="en-US" sz="4000" dirty="0" err="1"/>
              <a:t>Tổng</a:t>
            </a:r>
            <a:r>
              <a:rPr lang="en-US" sz="4000" dirty="0"/>
              <a:t> </a:t>
            </a:r>
            <a:r>
              <a:rPr lang="en-US" sz="4000" dirty="0" err="1"/>
              <a:t>quan</a:t>
            </a:r>
            <a:r>
              <a:rPr lang="en-US" sz="4000" dirty="0"/>
              <a:t> </a:t>
            </a:r>
            <a:r>
              <a:rPr lang="en-US" sz="4000" dirty="0" err="1"/>
              <a:t>về</a:t>
            </a:r>
            <a:r>
              <a:rPr lang="en-US" sz="4000" dirty="0"/>
              <a:t> </a:t>
            </a:r>
            <a:r>
              <a:rPr lang="en-US" sz="4000" dirty="0" err="1"/>
              <a:t>tình</a:t>
            </a:r>
            <a:r>
              <a:rPr lang="en-US" sz="4000" dirty="0"/>
              <a:t> </a:t>
            </a:r>
            <a:r>
              <a:rPr lang="en-US" sz="4000" dirty="0" err="1"/>
              <a:t>hình</a:t>
            </a:r>
            <a:r>
              <a:rPr lang="en-US" sz="4000" dirty="0"/>
              <a:t> </a:t>
            </a:r>
            <a:r>
              <a:rPr lang="en-US" sz="4000" dirty="0" err="1"/>
              <a:t>bảo</a:t>
            </a:r>
            <a:r>
              <a:rPr lang="en-US" sz="4000" dirty="0"/>
              <a:t> </a:t>
            </a:r>
            <a:r>
              <a:rPr lang="en-US" sz="4000" dirty="0" err="1"/>
              <a:t>mật</a:t>
            </a:r>
            <a:r>
              <a:rPr lang="en-US" sz="4000" dirty="0"/>
              <a:t> </a:t>
            </a:r>
            <a:r>
              <a:rPr lang="en-US" sz="4000" dirty="0" err="1"/>
              <a:t>hiện</a:t>
            </a:r>
            <a:r>
              <a:rPr lang="en-US" sz="4000" dirty="0"/>
              <a:t> nay</a:t>
            </a:r>
            <a:endParaRPr lang="en-US" dirty="0"/>
          </a:p>
        </p:txBody>
      </p:sp>
      <p:sp>
        <p:nvSpPr>
          <p:cNvPr id="18" name="Google Shape;71;p8">
            <a:extLst>
              <a:ext uri="{FF2B5EF4-FFF2-40B4-BE49-F238E27FC236}">
                <a16:creationId xmlns:a16="http://schemas.microsoft.com/office/drawing/2014/main" id="{AC360132-CF23-4AF3-AA1B-594FA3436B3C}"/>
              </a:ext>
            </a:extLst>
          </p:cNvPr>
          <p:cNvSpPr/>
          <p:nvPr/>
        </p:nvSpPr>
        <p:spPr>
          <a:xfrm rot="5400000">
            <a:off x="12089416" y="7611916"/>
            <a:ext cx="4734600" cy="4737600"/>
          </a:xfrm>
          <a:prstGeom prst="diagStripe">
            <a:avLst>
              <a:gd name="adj" fmla="val 49469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Google Shape;72;p8">
            <a:extLst>
              <a:ext uri="{FF2B5EF4-FFF2-40B4-BE49-F238E27FC236}">
                <a16:creationId xmlns:a16="http://schemas.microsoft.com/office/drawing/2014/main" id="{1CE4C4B5-9755-4FE2-8A2D-DE2E1F23C589}"/>
              </a:ext>
            </a:extLst>
          </p:cNvPr>
          <p:cNvSpPr/>
          <p:nvPr/>
        </p:nvSpPr>
        <p:spPr>
          <a:xfrm rot="5400000">
            <a:off x="5457919" y="8826388"/>
            <a:ext cx="4298700" cy="4286700"/>
          </a:xfrm>
          <a:prstGeom prst="diagStripe">
            <a:avLst>
              <a:gd name="adj" fmla="val 0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Google Shape;73;p8">
            <a:extLst>
              <a:ext uri="{FF2B5EF4-FFF2-40B4-BE49-F238E27FC236}">
                <a16:creationId xmlns:a16="http://schemas.microsoft.com/office/drawing/2014/main" id="{513C540F-F44F-412A-8521-5E3E870EA29A}"/>
              </a:ext>
            </a:extLst>
          </p:cNvPr>
          <p:cNvSpPr/>
          <p:nvPr/>
        </p:nvSpPr>
        <p:spPr>
          <a:xfrm rot="1784317">
            <a:off x="10440774" y="401284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74;p8">
            <a:extLst>
              <a:ext uri="{FF2B5EF4-FFF2-40B4-BE49-F238E27FC236}">
                <a16:creationId xmlns:a16="http://schemas.microsoft.com/office/drawing/2014/main" id="{C45E7BC1-D653-4819-848A-5FFC0B09BF7A}"/>
              </a:ext>
            </a:extLst>
          </p:cNvPr>
          <p:cNvSpPr/>
          <p:nvPr/>
        </p:nvSpPr>
        <p:spPr>
          <a:xfrm rot="7184317" flipH="1">
            <a:off x="3980018" y="5290840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75;p8">
            <a:extLst>
              <a:ext uri="{FF2B5EF4-FFF2-40B4-BE49-F238E27FC236}">
                <a16:creationId xmlns:a16="http://schemas.microsoft.com/office/drawing/2014/main" id="{F942A00D-3CCF-4A46-B871-B11DEFB90282}"/>
              </a:ext>
            </a:extLst>
          </p:cNvPr>
          <p:cNvSpPr/>
          <p:nvPr/>
        </p:nvSpPr>
        <p:spPr>
          <a:xfrm rot="1784317">
            <a:off x="-2009238" y="9303545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76;p8">
            <a:extLst>
              <a:ext uri="{FF2B5EF4-FFF2-40B4-BE49-F238E27FC236}">
                <a16:creationId xmlns:a16="http://schemas.microsoft.com/office/drawing/2014/main" id="{9BC4F587-C8E6-4CF6-AE3C-C6C4B387CEE8}"/>
              </a:ext>
            </a:extLst>
          </p:cNvPr>
          <p:cNvSpPr/>
          <p:nvPr/>
        </p:nvSpPr>
        <p:spPr>
          <a:xfrm rot="7184317" flipH="1">
            <a:off x="3349279" y="6587766"/>
            <a:ext cx="450057" cy="1665414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77;p8">
            <a:extLst>
              <a:ext uri="{FF2B5EF4-FFF2-40B4-BE49-F238E27FC236}">
                <a16:creationId xmlns:a16="http://schemas.microsoft.com/office/drawing/2014/main" id="{E27DD19F-A079-407B-9F5C-4E39B600083E}"/>
              </a:ext>
            </a:extLst>
          </p:cNvPr>
          <p:cNvSpPr/>
          <p:nvPr/>
        </p:nvSpPr>
        <p:spPr>
          <a:xfrm rot="1784317">
            <a:off x="2847482" y="-1293843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79;p8">
            <a:extLst>
              <a:ext uri="{FF2B5EF4-FFF2-40B4-BE49-F238E27FC236}">
                <a16:creationId xmlns:a16="http://schemas.microsoft.com/office/drawing/2014/main" id="{FDFA56D0-204E-4D30-B062-8ABB6DA11247}"/>
              </a:ext>
            </a:extLst>
          </p:cNvPr>
          <p:cNvSpPr/>
          <p:nvPr/>
        </p:nvSpPr>
        <p:spPr>
          <a:xfrm rot="1784317">
            <a:off x="7372586" y="-1600696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80;p8">
            <a:extLst>
              <a:ext uri="{FF2B5EF4-FFF2-40B4-BE49-F238E27FC236}">
                <a16:creationId xmlns:a16="http://schemas.microsoft.com/office/drawing/2014/main" id="{D9BD2C9E-1CDA-4F25-B591-B23FB0ED8375}"/>
              </a:ext>
            </a:extLst>
          </p:cNvPr>
          <p:cNvSpPr/>
          <p:nvPr/>
        </p:nvSpPr>
        <p:spPr>
          <a:xfrm rot="7184317" flipH="1">
            <a:off x="10004487" y="361633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81;p8">
            <a:extLst>
              <a:ext uri="{FF2B5EF4-FFF2-40B4-BE49-F238E27FC236}">
                <a16:creationId xmlns:a16="http://schemas.microsoft.com/office/drawing/2014/main" id="{7E179337-F356-44A3-8541-ABD9994CB612}"/>
              </a:ext>
            </a:extLst>
          </p:cNvPr>
          <p:cNvSpPr/>
          <p:nvPr/>
        </p:nvSpPr>
        <p:spPr>
          <a:xfrm flipH="1">
            <a:off x="10564207" y="5976725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Google Shape;82;p8">
            <a:extLst>
              <a:ext uri="{FF2B5EF4-FFF2-40B4-BE49-F238E27FC236}">
                <a16:creationId xmlns:a16="http://schemas.microsoft.com/office/drawing/2014/main" id="{3A6261DC-625C-4E04-A259-F94AC215BB13}"/>
              </a:ext>
            </a:extLst>
          </p:cNvPr>
          <p:cNvSpPr/>
          <p:nvPr/>
        </p:nvSpPr>
        <p:spPr>
          <a:xfrm rot="1784317">
            <a:off x="4543043" y="-211224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83;p8">
            <a:extLst>
              <a:ext uri="{FF2B5EF4-FFF2-40B4-BE49-F238E27FC236}">
                <a16:creationId xmlns:a16="http://schemas.microsoft.com/office/drawing/2014/main" id="{68A4E305-65E5-446E-8813-F42F7159436B}"/>
              </a:ext>
            </a:extLst>
          </p:cNvPr>
          <p:cNvSpPr/>
          <p:nvPr/>
        </p:nvSpPr>
        <p:spPr>
          <a:xfrm rot="7184317" flipH="1">
            <a:off x="-5765646" y="662124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Google Shape;85;p8">
            <a:extLst>
              <a:ext uri="{FF2B5EF4-FFF2-40B4-BE49-F238E27FC236}">
                <a16:creationId xmlns:a16="http://schemas.microsoft.com/office/drawing/2014/main" id="{B3018E1B-CDC4-4C52-8B30-DE873DA335CA}"/>
              </a:ext>
            </a:extLst>
          </p:cNvPr>
          <p:cNvSpPr/>
          <p:nvPr/>
        </p:nvSpPr>
        <p:spPr>
          <a:xfrm rot="7184317" flipH="1">
            <a:off x="-3680838" y="-499502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Google Shape;86;p8">
            <a:extLst>
              <a:ext uri="{FF2B5EF4-FFF2-40B4-BE49-F238E27FC236}">
                <a16:creationId xmlns:a16="http://schemas.microsoft.com/office/drawing/2014/main" id="{2754A867-A365-46BE-A258-0A7B5E07ABFF}"/>
              </a:ext>
            </a:extLst>
          </p:cNvPr>
          <p:cNvSpPr/>
          <p:nvPr/>
        </p:nvSpPr>
        <p:spPr>
          <a:xfrm rot="16200000">
            <a:off x="1292643" y="-2808574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" name="Google Shape;87;p8">
            <a:extLst>
              <a:ext uri="{FF2B5EF4-FFF2-40B4-BE49-F238E27FC236}">
                <a16:creationId xmlns:a16="http://schemas.microsoft.com/office/drawing/2014/main" id="{F5089585-082F-438E-A1C5-953A7BEA9215}"/>
              </a:ext>
            </a:extLst>
          </p:cNvPr>
          <p:cNvSpPr/>
          <p:nvPr/>
        </p:nvSpPr>
        <p:spPr>
          <a:xfrm flipH="1">
            <a:off x="-6674435" y="45921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Google Shape;88;p8">
            <a:extLst>
              <a:ext uri="{FF2B5EF4-FFF2-40B4-BE49-F238E27FC236}">
                <a16:creationId xmlns:a16="http://schemas.microsoft.com/office/drawing/2014/main" id="{DF89D347-8518-4170-8E6D-001BE039FC7C}"/>
              </a:ext>
            </a:extLst>
          </p:cNvPr>
          <p:cNvSpPr/>
          <p:nvPr/>
        </p:nvSpPr>
        <p:spPr>
          <a:xfrm rot="16200000">
            <a:off x="-3276438" y="-1966142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37D20A66-BF70-4A18-B9C3-0E8FD755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2</a:t>
            </a:r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5C3C5487-45D8-9312-A6B6-932A5D5FBAC2}"/>
              </a:ext>
            </a:extLst>
          </p:cNvPr>
          <p:cNvSpPr txBox="1">
            <a:spLocks/>
          </p:cNvSpPr>
          <p:nvPr/>
        </p:nvSpPr>
        <p:spPr>
          <a:xfrm>
            <a:off x="997423" y="964818"/>
            <a:ext cx="3886200" cy="349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1.2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Mục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tiêu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đề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tài</a:t>
            </a:r>
            <a:endParaRPr lang="en-US" b="1" dirty="0">
              <a:latin typeface="Montserrat" panose="00000500000000000000" pitchFamily="2" charset="0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50985A0-B36E-E4A3-3748-F6ED6279077F}"/>
              </a:ext>
            </a:extLst>
          </p:cNvPr>
          <p:cNvSpPr txBox="1">
            <a:spLocks/>
          </p:cNvSpPr>
          <p:nvPr/>
        </p:nvSpPr>
        <p:spPr>
          <a:xfrm>
            <a:off x="169801" y="1496294"/>
            <a:ext cx="8704525" cy="7601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Hiểu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được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những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điểm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quan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trọng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của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phát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hiện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xâm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nhập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trái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phép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IDS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,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đặc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biệt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là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công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cụ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SNORT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B9D3A2-9D7B-576A-75EF-A7CF6D94C282}"/>
              </a:ext>
            </a:extLst>
          </p:cNvPr>
          <p:cNvSpPr txBox="1"/>
          <p:nvPr/>
        </p:nvSpPr>
        <p:spPr>
          <a:xfrm>
            <a:off x="272542" y="2305971"/>
            <a:ext cx="8598915" cy="37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vi-VN" sz="1400" dirty="0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Thu </a:t>
            </a:r>
            <a:r>
              <a:rPr lang="vi-VN" sz="1400" dirty="0" err="1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được</a:t>
            </a:r>
            <a:r>
              <a:rPr lang="vi-VN" sz="1400" dirty="0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nhiều</a:t>
            </a:r>
            <a:r>
              <a:rPr lang="vi-VN" sz="1400" dirty="0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kiến</a:t>
            </a:r>
            <a:r>
              <a:rPr lang="vi-VN" sz="1400" dirty="0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thức</a:t>
            </a:r>
            <a:r>
              <a:rPr lang="vi-VN" sz="1400" dirty="0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, </a:t>
            </a:r>
            <a:r>
              <a:rPr lang="vi-VN" sz="1400" dirty="0" err="1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kỹ</a:t>
            </a:r>
            <a:r>
              <a:rPr lang="vi-VN" sz="1400" dirty="0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 năng </a:t>
            </a:r>
            <a:r>
              <a:rPr lang="vi-VN" sz="1400" dirty="0" err="1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và</a:t>
            </a:r>
            <a:r>
              <a:rPr lang="vi-VN" sz="1400" dirty="0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 kinh </a:t>
            </a:r>
            <a:r>
              <a:rPr lang="vi-VN" sz="1400" dirty="0" err="1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nghiệm</a:t>
            </a:r>
            <a:r>
              <a:rPr lang="vi-VN" sz="1400" dirty="0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 trong </a:t>
            </a:r>
            <a:r>
              <a:rPr lang="vi-VN" sz="1400" dirty="0" err="1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việc</a:t>
            </a:r>
            <a:r>
              <a:rPr lang="vi-VN" sz="1400" dirty="0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bảo</a:t>
            </a:r>
            <a:r>
              <a:rPr lang="vi-VN" sz="1400" dirty="0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mật</a:t>
            </a:r>
            <a:r>
              <a:rPr lang="vi-VN" sz="1400" dirty="0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hiện</a:t>
            </a:r>
            <a:r>
              <a:rPr lang="vi-VN" sz="1400" dirty="0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 nay.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3186FD-F72C-0D44-089F-A10E21A2FDF1}"/>
              </a:ext>
            </a:extLst>
          </p:cNvPr>
          <p:cNvSpPr txBox="1"/>
          <p:nvPr/>
        </p:nvSpPr>
        <p:spPr>
          <a:xfrm>
            <a:off x="272541" y="2805039"/>
            <a:ext cx="8598915" cy="37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vi-VN" sz="1400" dirty="0" err="1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Nắm</a:t>
            </a:r>
            <a:r>
              <a:rPr lang="vi-VN" sz="1400" dirty="0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được</a:t>
            </a:r>
            <a:r>
              <a:rPr lang="vi-VN" sz="1400" dirty="0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400" dirty="0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yếu</a:t>
            </a:r>
            <a:r>
              <a:rPr lang="vi-VN" sz="1400" dirty="0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tố</a:t>
            </a:r>
            <a:r>
              <a:rPr lang="vi-VN" sz="1400" dirty="0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nền</a:t>
            </a:r>
            <a:r>
              <a:rPr lang="vi-VN" sz="1400" dirty="0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tẳng</a:t>
            </a:r>
            <a:r>
              <a:rPr lang="vi-VN" sz="1400" dirty="0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để</a:t>
            </a:r>
            <a:r>
              <a:rPr lang="vi-VN" sz="1400" dirty="0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phát</a:t>
            </a:r>
            <a:r>
              <a:rPr lang="vi-VN" sz="1400" dirty="0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triển</a:t>
            </a:r>
            <a:r>
              <a:rPr lang="vi-VN" sz="1400" dirty="0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400" dirty="0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400" dirty="0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bảo</a:t>
            </a:r>
            <a:r>
              <a:rPr lang="vi-VN" sz="1400" dirty="0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mật</a:t>
            </a:r>
            <a:r>
              <a:rPr lang="vi-VN" sz="1400" dirty="0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hiện</a:t>
            </a:r>
            <a:r>
              <a:rPr lang="vi-VN" sz="1400" dirty="0">
                <a:solidFill>
                  <a:schemeClr val="bg1"/>
                </a:solidFill>
                <a:latin typeface="Montserrat" panose="00000500000000000000" pitchFamily="2" charset="0"/>
                <a:ea typeface="Calibri" panose="020F0502020204030204" pitchFamily="34" charset="0"/>
              </a:rPr>
              <a:t> nay.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5924480-E8DE-D66A-B871-DC4B35ED3F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883" y="3450332"/>
            <a:ext cx="5752386" cy="186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728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84;p8">
            <a:extLst>
              <a:ext uri="{FF2B5EF4-FFF2-40B4-BE49-F238E27FC236}">
                <a16:creationId xmlns:a16="http://schemas.microsoft.com/office/drawing/2014/main" id="{10062E29-E107-42B2-BD37-A19B02C0DEA2}"/>
              </a:ext>
            </a:extLst>
          </p:cNvPr>
          <p:cNvSpPr/>
          <p:nvPr/>
        </p:nvSpPr>
        <p:spPr>
          <a:xfrm rot="16200000">
            <a:off x="0" y="45921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0145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Google Shape;78;p8">
            <a:extLst>
              <a:ext uri="{FF2B5EF4-FFF2-40B4-BE49-F238E27FC236}">
                <a16:creationId xmlns:a16="http://schemas.microsoft.com/office/drawing/2014/main" id="{39C2AE52-9129-458B-984A-DAC19FAD539D}"/>
              </a:ext>
            </a:extLst>
          </p:cNvPr>
          <p:cNvSpPr/>
          <p:nvPr/>
        </p:nvSpPr>
        <p:spPr>
          <a:xfrm flipH="1">
            <a:off x="193944" y="56041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82C7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B343E3-FFD6-46DE-8CB2-9067E5FEA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1. </a:t>
            </a:r>
            <a:r>
              <a:rPr lang="en-US" sz="4000" dirty="0" err="1"/>
              <a:t>Tổng</a:t>
            </a:r>
            <a:r>
              <a:rPr lang="en-US" sz="4000" dirty="0"/>
              <a:t> </a:t>
            </a:r>
            <a:r>
              <a:rPr lang="en-US" sz="4000" dirty="0" err="1"/>
              <a:t>quan</a:t>
            </a:r>
            <a:r>
              <a:rPr lang="en-US" sz="4000" dirty="0"/>
              <a:t> </a:t>
            </a:r>
            <a:r>
              <a:rPr lang="en-US" sz="4000" dirty="0" err="1"/>
              <a:t>về</a:t>
            </a:r>
            <a:r>
              <a:rPr lang="en-US" sz="4000" dirty="0"/>
              <a:t> </a:t>
            </a:r>
            <a:r>
              <a:rPr lang="en-US" sz="4000" dirty="0" err="1"/>
              <a:t>tình</a:t>
            </a:r>
            <a:r>
              <a:rPr lang="en-US" sz="4000" dirty="0"/>
              <a:t> </a:t>
            </a:r>
            <a:r>
              <a:rPr lang="en-US" sz="4000" dirty="0" err="1"/>
              <a:t>hình</a:t>
            </a:r>
            <a:r>
              <a:rPr lang="en-US" sz="4000" dirty="0"/>
              <a:t> </a:t>
            </a:r>
            <a:r>
              <a:rPr lang="en-US" sz="4000" dirty="0" err="1"/>
              <a:t>bảo</a:t>
            </a:r>
            <a:r>
              <a:rPr lang="en-US" sz="4000" dirty="0"/>
              <a:t> </a:t>
            </a:r>
            <a:r>
              <a:rPr lang="en-US" sz="4000" dirty="0" err="1"/>
              <a:t>mật</a:t>
            </a:r>
            <a:r>
              <a:rPr lang="en-US" sz="4000" dirty="0"/>
              <a:t> </a:t>
            </a:r>
            <a:r>
              <a:rPr lang="en-US" sz="4000" dirty="0" err="1"/>
              <a:t>hiện</a:t>
            </a:r>
            <a:r>
              <a:rPr lang="en-US" sz="4000" dirty="0"/>
              <a:t> nay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DEA46-255C-4759-AA72-73A4899D5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7422" y="964817"/>
            <a:ext cx="4939454" cy="46382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1.3 </a:t>
            </a:r>
            <a:r>
              <a:rPr lang="vi-VN" sz="18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Phạm</a:t>
            </a:r>
            <a:r>
              <a:rPr lang="vi-VN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vi </a:t>
            </a:r>
            <a:r>
              <a:rPr lang="vi-VN" sz="18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và</a:t>
            </a:r>
            <a:r>
              <a:rPr lang="vi-VN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phương </a:t>
            </a:r>
            <a:r>
              <a:rPr lang="vi-VN" sz="18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pháp</a:t>
            </a:r>
            <a:r>
              <a:rPr lang="vi-VN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nghiên </a:t>
            </a:r>
            <a:r>
              <a:rPr lang="vi-VN" sz="18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cứu</a:t>
            </a:r>
            <a:endParaRPr lang="en-US" sz="1800" b="1" dirty="0">
              <a:latin typeface="Montserrat" panose="00000500000000000000" pitchFamily="2" charset="0"/>
            </a:endParaRPr>
          </a:p>
        </p:txBody>
      </p:sp>
      <p:sp>
        <p:nvSpPr>
          <p:cNvPr id="18" name="Google Shape;71;p8">
            <a:extLst>
              <a:ext uri="{FF2B5EF4-FFF2-40B4-BE49-F238E27FC236}">
                <a16:creationId xmlns:a16="http://schemas.microsoft.com/office/drawing/2014/main" id="{AC360132-CF23-4AF3-AA1B-594FA3436B3C}"/>
              </a:ext>
            </a:extLst>
          </p:cNvPr>
          <p:cNvSpPr/>
          <p:nvPr/>
        </p:nvSpPr>
        <p:spPr>
          <a:xfrm rot="5400000">
            <a:off x="4138226" y="8056903"/>
            <a:ext cx="4734600" cy="4737600"/>
          </a:xfrm>
          <a:prstGeom prst="diagStripe">
            <a:avLst>
              <a:gd name="adj" fmla="val 49469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Google Shape;72;p8">
            <a:extLst>
              <a:ext uri="{FF2B5EF4-FFF2-40B4-BE49-F238E27FC236}">
                <a16:creationId xmlns:a16="http://schemas.microsoft.com/office/drawing/2014/main" id="{1CE4C4B5-9755-4FE2-8A2D-DE2E1F23C589}"/>
              </a:ext>
            </a:extLst>
          </p:cNvPr>
          <p:cNvSpPr/>
          <p:nvPr/>
        </p:nvSpPr>
        <p:spPr>
          <a:xfrm rot="5400000">
            <a:off x="2414309" y="6983890"/>
            <a:ext cx="4298700" cy="4286700"/>
          </a:xfrm>
          <a:prstGeom prst="diagStripe">
            <a:avLst>
              <a:gd name="adj" fmla="val 0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Google Shape;73;p8">
            <a:extLst>
              <a:ext uri="{FF2B5EF4-FFF2-40B4-BE49-F238E27FC236}">
                <a16:creationId xmlns:a16="http://schemas.microsoft.com/office/drawing/2014/main" id="{513C540F-F44F-412A-8521-5E3E870EA29A}"/>
              </a:ext>
            </a:extLst>
          </p:cNvPr>
          <p:cNvSpPr/>
          <p:nvPr/>
        </p:nvSpPr>
        <p:spPr>
          <a:xfrm rot="1784317">
            <a:off x="10440774" y="401284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74;p8">
            <a:extLst>
              <a:ext uri="{FF2B5EF4-FFF2-40B4-BE49-F238E27FC236}">
                <a16:creationId xmlns:a16="http://schemas.microsoft.com/office/drawing/2014/main" id="{C45E7BC1-D653-4819-848A-5FFC0B09BF7A}"/>
              </a:ext>
            </a:extLst>
          </p:cNvPr>
          <p:cNvSpPr/>
          <p:nvPr/>
        </p:nvSpPr>
        <p:spPr>
          <a:xfrm rot="7184317" flipH="1">
            <a:off x="5343630" y="760605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75;p8">
            <a:extLst>
              <a:ext uri="{FF2B5EF4-FFF2-40B4-BE49-F238E27FC236}">
                <a16:creationId xmlns:a16="http://schemas.microsoft.com/office/drawing/2014/main" id="{F942A00D-3CCF-4A46-B871-B11DEFB90282}"/>
              </a:ext>
            </a:extLst>
          </p:cNvPr>
          <p:cNvSpPr/>
          <p:nvPr/>
        </p:nvSpPr>
        <p:spPr>
          <a:xfrm rot="1784317">
            <a:off x="2141901" y="8941754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76;p8">
            <a:extLst>
              <a:ext uri="{FF2B5EF4-FFF2-40B4-BE49-F238E27FC236}">
                <a16:creationId xmlns:a16="http://schemas.microsoft.com/office/drawing/2014/main" id="{9BC4F587-C8E6-4CF6-AE3C-C6C4B387CEE8}"/>
              </a:ext>
            </a:extLst>
          </p:cNvPr>
          <p:cNvSpPr/>
          <p:nvPr/>
        </p:nvSpPr>
        <p:spPr>
          <a:xfrm rot="7184317" flipH="1">
            <a:off x="4712891" y="8902984"/>
            <a:ext cx="450057" cy="1665414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77;p8">
            <a:extLst>
              <a:ext uri="{FF2B5EF4-FFF2-40B4-BE49-F238E27FC236}">
                <a16:creationId xmlns:a16="http://schemas.microsoft.com/office/drawing/2014/main" id="{E27DD19F-A079-407B-9F5C-4E39B600083E}"/>
              </a:ext>
            </a:extLst>
          </p:cNvPr>
          <p:cNvSpPr/>
          <p:nvPr/>
        </p:nvSpPr>
        <p:spPr>
          <a:xfrm rot="1784317">
            <a:off x="2555038" y="-2132199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79;p8">
            <a:extLst>
              <a:ext uri="{FF2B5EF4-FFF2-40B4-BE49-F238E27FC236}">
                <a16:creationId xmlns:a16="http://schemas.microsoft.com/office/drawing/2014/main" id="{FDFA56D0-204E-4D30-B062-8ABB6DA11247}"/>
              </a:ext>
            </a:extLst>
          </p:cNvPr>
          <p:cNvSpPr/>
          <p:nvPr/>
        </p:nvSpPr>
        <p:spPr>
          <a:xfrm rot="1784317">
            <a:off x="7080142" y="-2439052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80;p8">
            <a:extLst>
              <a:ext uri="{FF2B5EF4-FFF2-40B4-BE49-F238E27FC236}">
                <a16:creationId xmlns:a16="http://schemas.microsoft.com/office/drawing/2014/main" id="{D9BD2C9E-1CDA-4F25-B591-B23FB0ED8375}"/>
              </a:ext>
            </a:extLst>
          </p:cNvPr>
          <p:cNvSpPr/>
          <p:nvPr/>
        </p:nvSpPr>
        <p:spPr>
          <a:xfrm rot="7184317" flipH="1">
            <a:off x="10004487" y="361633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81;p8">
            <a:extLst>
              <a:ext uri="{FF2B5EF4-FFF2-40B4-BE49-F238E27FC236}">
                <a16:creationId xmlns:a16="http://schemas.microsoft.com/office/drawing/2014/main" id="{7E179337-F356-44A3-8541-ABD9994CB612}"/>
              </a:ext>
            </a:extLst>
          </p:cNvPr>
          <p:cNvSpPr/>
          <p:nvPr/>
        </p:nvSpPr>
        <p:spPr>
          <a:xfrm flipH="1">
            <a:off x="4222407" y="6468404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Google Shape;82;p8">
            <a:extLst>
              <a:ext uri="{FF2B5EF4-FFF2-40B4-BE49-F238E27FC236}">
                <a16:creationId xmlns:a16="http://schemas.microsoft.com/office/drawing/2014/main" id="{3A6261DC-625C-4E04-A259-F94AC215BB13}"/>
              </a:ext>
            </a:extLst>
          </p:cNvPr>
          <p:cNvSpPr/>
          <p:nvPr/>
        </p:nvSpPr>
        <p:spPr>
          <a:xfrm rot="1784317">
            <a:off x="4250599" y="-2950602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83;p8">
            <a:extLst>
              <a:ext uri="{FF2B5EF4-FFF2-40B4-BE49-F238E27FC236}">
                <a16:creationId xmlns:a16="http://schemas.microsoft.com/office/drawing/2014/main" id="{68A4E305-65E5-446E-8813-F42F7159436B}"/>
              </a:ext>
            </a:extLst>
          </p:cNvPr>
          <p:cNvSpPr/>
          <p:nvPr/>
        </p:nvSpPr>
        <p:spPr>
          <a:xfrm rot="7184317" flipH="1">
            <a:off x="600499" y="778586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Google Shape;85;p8">
            <a:extLst>
              <a:ext uri="{FF2B5EF4-FFF2-40B4-BE49-F238E27FC236}">
                <a16:creationId xmlns:a16="http://schemas.microsoft.com/office/drawing/2014/main" id="{B3018E1B-CDC4-4C52-8B30-DE873DA335CA}"/>
              </a:ext>
            </a:extLst>
          </p:cNvPr>
          <p:cNvSpPr/>
          <p:nvPr/>
        </p:nvSpPr>
        <p:spPr>
          <a:xfrm rot="7184317" flipV="1">
            <a:off x="-2915773" y="-2667674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Google Shape;86;p8">
            <a:extLst>
              <a:ext uri="{FF2B5EF4-FFF2-40B4-BE49-F238E27FC236}">
                <a16:creationId xmlns:a16="http://schemas.microsoft.com/office/drawing/2014/main" id="{2754A867-A365-46BE-A258-0A7B5E07ABFF}"/>
              </a:ext>
            </a:extLst>
          </p:cNvPr>
          <p:cNvSpPr/>
          <p:nvPr/>
        </p:nvSpPr>
        <p:spPr>
          <a:xfrm rot="16200000">
            <a:off x="1000199" y="-3646930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" name="Google Shape;87;p8">
            <a:extLst>
              <a:ext uri="{FF2B5EF4-FFF2-40B4-BE49-F238E27FC236}">
                <a16:creationId xmlns:a16="http://schemas.microsoft.com/office/drawing/2014/main" id="{F5089585-082F-438E-A1C5-953A7BEA9215}"/>
              </a:ext>
            </a:extLst>
          </p:cNvPr>
          <p:cNvSpPr/>
          <p:nvPr/>
        </p:nvSpPr>
        <p:spPr>
          <a:xfrm flipV="1">
            <a:off x="2496868" y="-5964886"/>
            <a:ext cx="2092819" cy="436414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Google Shape;88;p8">
            <a:extLst>
              <a:ext uri="{FF2B5EF4-FFF2-40B4-BE49-F238E27FC236}">
                <a16:creationId xmlns:a16="http://schemas.microsoft.com/office/drawing/2014/main" id="{DF89D347-8518-4170-8E6D-001BE039FC7C}"/>
              </a:ext>
            </a:extLst>
          </p:cNvPr>
          <p:cNvSpPr/>
          <p:nvPr/>
        </p:nvSpPr>
        <p:spPr>
          <a:xfrm rot="16200000" flipH="1" flipV="1">
            <a:off x="4466757" y="-8092936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37D20A66-BF70-4A18-B9C3-0E8FD755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1</a:t>
            </a:r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976DD4E-BE8F-1CB3-8546-2D336E64D1F5}"/>
              </a:ext>
            </a:extLst>
          </p:cNvPr>
          <p:cNvSpPr txBox="1">
            <a:spLocks/>
          </p:cNvSpPr>
          <p:nvPr/>
        </p:nvSpPr>
        <p:spPr>
          <a:xfrm>
            <a:off x="300195" y="1490157"/>
            <a:ext cx="2512887" cy="35223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  <a:buNone/>
            </a:pP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Phạm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vi nghiên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cứu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: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1C185BC-2026-B1F5-5DAB-B9BA84FE6DB1}"/>
              </a:ext>
            </a:extLst>
          </p:cNvPr>
          <p:cNvSpPr txBox="1">
            <a:spLocks/>
          </p:cNvSpPr>
          <p:nvPr/>
        </p:nvSpPr>
        <p:spPr>
          <a:xfrm>
            <a:off x="900188" y="2004313"/>
            <a:ext cx="6016333" cy="35223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Nghiên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cứu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về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phát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hiện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xâm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nhập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trái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phép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IDS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.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21C3C4A-81AA-9064-86BB-B017C620A58D}"/>
              </a:ext>
            </a:extLst>
          </p:cNvPr>
          <p:cNvSpPr txBox="1">
            <a:spLocks/>
          </p:cNvSpPr>
          <p:nvPr/>
        </p:nvSpPr>
        <p:spPr>
          <a:xfrm>
            <a:off x="900187" y="2526924"/>
            <a:ext cx="4987634" cy="35223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Nghiên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cứu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công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cụ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IDS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SNORT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.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C1C39DA-86F0-B1D3-1BF6-A7E7B9ED6D6E}"/>
              </a:ext>
            </a:extLst>
          </p:cNvPr>
          <p:cNvSpPr txBox="1">
            <a:spLocks/>
          </p:cNvSpPr>
          <p:nvPr/>
        </p:nvSpPr>
        <p:spPr>
          <a:xfrm>
            <a:off x="900187" y="3049534"/>
            <a:ext cx="4987634" cy="35223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Nghiên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cứu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về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cài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đặt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và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cấu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hình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SNORT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3756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EDC60F-1E55-C2A6-B186-587F9B42E5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83923" y="307885"/>
            <a:ext cx="8076383" cy="538425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6DFBB55-C5EA-4FED-A312-62BF8F49F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093" y="746760"/>
            <a:ext cx="5101848" cy="3649980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dirty="0"/>
              <a:t>2.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IDS</a:t>
            </a:r>
          </a:p>
        </p:txBody>
      </p:sp>
      <p:sp>
        <p:nvSpPr>
          <p:cNvPr id="100" name="Google Shape;71;p8">
            <a:extLst>
              <a:ext uri="{FF2B5EF4-FFF2-40B4-BE49-F238E27FC236}">
                <a16:creationId xmlns:a16="http://schemas.microsoft.com/office/drawing/2014/main" id="{A74D2F9F-51B7-49A7-B8A0-1F13977D6B29}"/>
              </a:ext>
            </a:extLst>
          </p:cNvPr>
          <p:cNvSpPr/>
          <p:nvPr/>
        </p:nvSpPr>
        <p:spPr>
          <a:xfrm rot="5400000">
            <a:off x="4407900" y="-1500"/>
            <a:ext cx="4734600" cy="4737600"/>
          </a:xfrm>
          <a:prstGeom prst="diagStripe">
            <a:avLst>
              <a:gd name="adj" fmla="val 49469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1" name="Google Shape;72;p8">
            <a:extLst>
              <a:ext uri="{FF2B5EF4-FFF2-40B4-BE49-F238E27FC236}">
                <a16:creationId xmlns:a16="http://schemas.microsoft.com/office/drawing/2014/main" id="{C8614174-D816-48C5-8D98-F64D2C04B4B9}"/>
              </a:ext>
            </a:extLst>
          </p:cNvPr>
          <p:cNvSpPr/>
          <p:nvPr/>
        </p:nvSpPr>
        <p:spPr>
          <a:xfrm rot="5400000">
            <a:off x="4848703" y="5508"/>
            <a:ext cx="4298700" cy="4286700"/>
          </a:xfrm>
          <a:prstGeom prst="diagStripe">
            <a:avLst>
              <a:gd name="adj" fmla="val 0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2" name="Google Shape;73;p8">
            <a:extLst>
              <a:ext uri="{FF2B5EF4-FFF2-40B4-BE49-F238E27FC236}">
                <a16:creationId xmlns:a16="http://schemas.microsoft.com/office/drawing/2014/main" id="{C6A20AAB-7572-4734-B51A-E7F4CCF2AF95}"/>
              </a:ext>
            </a:extLst>
          </p:cNvPr>
          <p:cNvSpPr/>
          <p:nvPr/>
        </p:nvSpPr>
        <p:spPr>
          <a:xfrm rot="16200000">
            <a:off x="5618399" y="123664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3" name="Google Shape;74;p8">
            <a:extLst>
              <a:ext uri="{FF2B5EF4-FFF2-40B4-BE49-F238E27FC236}">
                <a16:creationId xmlns:a16="http://schemas.microsoft.com/office/drawing/2014/main" id="{8B180616-A468-4B60-B2F3-ACEA3C59CB7C}"/>
              </a:ext>
            </a:extLst>
          </p:cNvPr>
          <p:cNvSpPr/>
          <p:nvPr/>
        </p:nvSpPr>
        <p:spPr>
          <a:xfrm flipH="1">
            <a:off x="5849857" y="144407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4" name="Google Shape;75;p8">
            <a:extLst>
              <a:ext uri="{FF2B5EF4-FFF2-40B4-BE49-F238E27FC236}">
                <a16:creationId xmlns:a16="http://schemas.microsoft.com/office/drawing/2014/main" id="{71B4E9C9-0422-4A37-9532-C8AF6962C3A9}"/>
              </a:ext>
            </a:extLst>
          </p:cNvPr>
          <p:cNvSpPr/>
          <p:nvPr/>
        </p:nvSpPr>
        <p:spPr>
          <a:xfrm rot="16200000">
            <a:off x="5987081" y="2469743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5" name="Google Shape;76;p8">
            <a:extLst>
              <a:ext uri="{FF2B5EF4-FFF2-40B4-BE49-F238E27FC236}">
                <a16:creationId xmlns:a16="http://schemas.microsoft.com/office/drawing/2014/main" id="{F6EAAA07-32FD-4FE4-9F34-F0CFCEE38F13}"/>
              </a:ext>
            </a:extLst>
          </p:cNvPr>
          <p:cNvSpPr/>
          <p:nvPr/>
        </p:nvSpPr>
        <p:spPr>
          <a:xfrm flipH="1">
            <a:off x="6222115" y="267717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6" name="Google Shape;77;p8">
            <a:extLst>
              <a:ext uri="{FF2B5EF4-FFF2-40B4-BE49-F238E27FC236}">
                <a16:creationId xmlns:a16="http://schemas.microsoft.com/office/drawing/2014/main" id="{05042B2D-E7C5-41F2-BB2D-6A43E7E51AFA}"/>
              </a:ext>
            </a:extLst>
          </p:cNvPr>
          <p:cNvSpPr/>
          <p:nvPr/>
        </p:nvSpPr>
        <p:spPr>
          <a:xfrm rot="16200000">
            <a:off x="6675341" y="1862244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7" name="Google Shape;78;p8">
            <a:extLst>
              <a:ext uri="{FF2B5EF4-FFF2-40B4-BE49-F238E27FC236}">
                <a16:creationId xmlns:a16="http://schemas.microsoft.com/office/drawing/2014/main" id="{5231E1E0-8077-4488-B2CC-41EE57968C34}"/>
              </a:ext>
            </a:extLst>
          </p:cNvPr>
          <p:cNvSpPr/>
          <p:nvPr/>
        </p:nvSpPr>
        <p:spPr>
          <a:xfrm flipH="1">
            <a:off x="6908099" y="2069680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82C7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8" name="Google Shape;79;p8">
            <a:extLst>
              <a:ext uri="{FF2B5EF4-FFF2-40B4-BE49-F238E27FC236}">
                <a16:creationId xmlns:a16="http://schemas.microsoft.com/office/drawing/2014/main" id="{4C8ABCD2-8E41-4A4E-9B62-3E6A107EE5E5}"/>
              </a:ext>
            </a:extLst>
          </p:cNvPr>
          <p:cNvSpPr/>
          <p:nvPr/>
        </p:nvSpPr>
        <p:spPr>
          <a:xfrm rot="16200000">
            <a:off x="6861141" y="247808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9" name="Google Shape;80;p8">
            <a:extLst>
              <a:ext uri="{FF2B5EF4-FFF2-40B4-BE49-F238E27FC236}">
                <a16:creationId xmlns:a16="http://schemas.microsoft.com/office/drawing/2014/main" id="{43A282AB-2A66-4664-9233-DF2AB76CF8EA}"/>
              </a:ext>
            </a:extLst>
          </p:cNvPr>
          <p:cNvSpPr/>
          <p:nvPr/>
        </p:nvSpPr>
        <p:spPr>
          <a:xfrm flipH="1">
            <a:off x="7965266" y="269319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0" name="Google Shape;81;p8">
            <a:extLst>
              <a:ext uri="{FF2B5EF4-FFF2-40B4-BE49-F238E27FC236}">
                <a16:creationId xmlns:a16="http://schemas.microsoft.com/office/drawing/2014/main" id="{699F01A5-86E2-4BB7-8F6F-6CA9D8F55C7F}"/>
              </a:ext>
            </a:extLst>
          </p:cNvPr>
          <p:cNvSpPr/>
          <p:nvPr/>
        </p:nvSpPr>
        <p:spPr>
          <a:xfrm flipH="1">
            <a:off x="8145082" y="330903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1" name="Google Shape;82;p8">
            <a:extLst>
              <a:ext uri="{FF2B5EF4-FFF2-40B4-BE49-F238E27FC236}">
                <a16:creationId xmlns:a16="http://schemas.microsoft.com/office/drawing/2014/main" id="{3D0066C0-3FD0-44B0-B641-4FD073EC750D}"/>
              </a:ext>
            </a:extLst>
          </p:cNvPr>
          <p:cNvSpPr/>
          <p:nvPr/>
        </p:nvSpPr>
        <p:spPr>
          <a:xfrm rot="16200000">
            <a:off x="7047599" y="3095345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2" name="Google Shape;83;p8">
            <a:extLst>
              <a:ext uri="{FF2B5EF4-FFF2-40B4-BE49-F238E27FC236}">
                <a16:creationId xmlns:a16="http://schemas.microsoft.com/office/drawing/2014/main" id="{6AAF729D-7BF9-4D44-841E-0A2ED043F2BD}"/>
              </a:ext>
            </a:extLst>
          </p:cNvPr>
          <p:cNvSpPr/>
          <p:nvPr/>
        </p:nvSpPr>
        <p:spPr>
          <a:xfrm flipH="1">
            <a:off x="7276649" y="330278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3" name="Google Shape;84;p8">
            <a:extLst>
              <a:ext uri="{FF2B5EF4-FFF2-40B4-BE49-F238E27FC236}">
                <a16:creationId xmlns:a16="http://schemas.microsoft.com/office/drawing/2014/main" id="{2A587CCD-4792-4A42-8081-B670A46497F1}"/>
              </a:ext>
            </a:extLst>
          </p:cNvPr>
          <p:cNvSpPr/>
          <p:nvPr/>
        </p:nvSpPr>
        <p:spPr>
          <a:xfrm rot="16200000">
            <a:off x="7227414" y="371118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0145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4" name="Google Shape;85;p8">
            <a:extLst>
              <a:ext uri="{FF2B5EF4-FFF2-40B4-BE49-F238E27FC236}">
                <a16:creationId xmlns:a16="http://schemas.microsoft.com/office/drawing/2014/main" id="{EF2B95D2-22B4-431F-81CC-7A4135606326}"/>
              </a:ext>
            </a:extLst>
          </p:cNvPr>
          <p:cNvSpPr/>
          <p:nvPr/>
        </p:nvSpPr>
        <p:spPr>
          <a:xfrm flipH="1">
            <a:off x="7462448" y="3918625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5" name="Google Shape;86;p8">
            <a:extLst>
              <a:ext uri="{FF2B5EF4-FFF2-40B4-BE49-F238E27FC236}">
                <a16:creationId xmlns:a16="http://schemas.microsoft.com/office/drawing/2014/main" id="{E70AC1A1-3F84-4DF4-B8DE-7043B8F58946}"/>
              </a:ext>
            </a:extLst>
          </p:cNvPr>
          <p:cNvSpPr/>
          <p:nvPr/>
        </p:nvSpPr>
        <p:spPr>
          <a:xfrm rot="16200000">
            <a:off x="8102491" y="371885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6" name="Google Shape;87;p8">
            <a:extLst>
              <a:ext uri="{FF2B5EF4-FFF2-40B4-BE49-F238E27FC236}">
                <a16:creationId xmlns:a16="http://schemas.microsoft.com/office/drawing/2014/main" id="{A92167D1-51CD-4FA8-8D55-C564B1A5191F}"/>
              </a:ext>
            </a:extLst>
          </p:cNvPr>
          <p:cNvSpPr/>
          <p:nvPr/>
        </p:nvSpPr>
        <p:spPr>
          <a:xfrm flipH="1">
            <a:off x="8334533" y="3926292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7" name="Google Shape;88;p8">
            <a:extLst>
              <a:ext uri="{FF2B5EF4-FFF2-40B4-BE49-F238E27FC236}">
                <a16:creationId xmlns:a16="http://schemas.microsoft.com/office/drawing/2014/main" id="{0F2A4BB4-14CF-4950-8227-EEA86A45535E}"/>
              </a:ext>
            </a:extLst>
          </p:cNvPr>
          <p:cNvSpPr/>
          <p:nvPr/>
        </p:nvSpPr>
        <p:spPr>
          <a:xfrm rot="16200000">
            <a:off x="8288290" y="4334700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22779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84;p8">
            <a:extLst>
              <a:ext uri="{FF2B5EF4-FFF2-40B4-BE49-F238E27FC236}">
                <a16:creationId xmlns:a16="http://schemas.microsoft.com/office/drawing/2014/main" id="{10062E29-E107-42B2-BD37-A19B02C0DEA2}"/>
              </a:ext>
            </a:extLst>
          </p:cNvPr>
          <p:cNvSpPr/>
          <p:nvPr/>
        </p:nvSpPr>
        <p:spPr>
          <a:xfrm rot="16200000">
            <a:off x="0" y="45921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0145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Google Shape;78;p8">
            <a:extLst>
              <a:ext uri="{FF2B5EF4-FFF2-40B4-BE49-F238E27FC236}">
                <a16:creationId xmlns:a16="http://schemas.microsoft.com/office/drawing/2014/main" id="{39C2AE52-9129-458B-984A-DAC19FAD539D}"/>
              </a:ext>
            </a:extLst>
          </p:cNvPr>
          <p:cNvSpPr/>
          <p:nvPr/>
        </p:nvSpPr>
        <p:spPr>
          <a:xfrm flipH="1">
            <a:off x="193944" y="56041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82C7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B343E3-FFD6-46DE-8CB2-9067E5FEA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IDS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DEA46-255C-4759-AA72-73A4899D5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7423" y="964818"/>
            <a:ext cx="3886200" cy="349358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2</a:t>
            </a:r>
            <a:r>
              <a:rPr lang="en-US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.1 </a:t>
            </a:r>
            <a:r>
              <a:rPr lang="en-US" sz="18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Lịch</a:t>
            </a:r>
            <a:r>
              <a:rPr lang="en-US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sử</a:t>
            </a:r>
            <a:r>
              <a:rPr lang="en-US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phát</a:t>
            </a:r>
            <a:r>
              <a:rPr lang="en-US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triển</a:t>
            </a:r>
            <a:r>
              <a:rPr lang="en-US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.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18" name="Google Shape;71;p8">
            <a:extLst>
              <a:ext uri="{FF2B5EF4-FFF2-40B4-BE49-F238E27FC236}">
                <a16:creationId xmlns:a16="http://schemas.microsoft.com/office/drawing/2014/main" id="{AC360132-CF23-4AF3-AA1B-594FA3436B3C}"/>
              </a:ext>
            </a:extLst>
          </p:cNvPr>
          <p:cNvSpPr/>
          <p:nvPr/>
        </p:nvSpPr>
        <p:spPr>
          <a:xfrm rot="5400000">
            <a:off x="4138226" y="8056903"/>
            <a:ext cx="4734600" cy="4737600"/>
          </a:xfrm>
          <a:prstGeom prst="diagStripe">
            <a:avLst>
              <a:gd name="adj" fmla="val 49469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Google Shape;72;p8">
            <a:extLst>
              <a:ext uri="{FF2B5EF4-FFF2-40B4-BE49-F238E27FC236}">
                <a16:creationId xmlns:a16="http://schemas.microsoft.com/office/drawing/2014/main" id="{1CE4C4B5-9755-4FE2-8A2D-DE2E1F23C589}"/>
              </a:ext>
            </a:extLst>
          </p:cNvPr>
          <p:cNvSpPr/>
          <p:nvPr/>
        </p:nvSpPr>
        <p:spPr>
          <a:xfrm rot="5400000">
            <a:off x="2414309" y="6983890"/>
            <a:ext cx="4298700" cy="4286700"/>
          </a:xfrm>
          <a:prstGeom prst="diagStripe">
            <a:avLst>
              <a:gd name="adj" fmla="val 0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Google Shape;73;p8">
            <a:extLst>
              <a:ext uri="{FF2B5EF4-FFF2-40B4-BE49-F238E27FC236}">
                <a16:creationId xmlns:a16="http://schemas.microsoft.com/office/drawing/2014/main" id="{513C540F-F44F-412A-8521-5E3E870EA29A}"/>
              </a:ext>
            </a:extLst>
          </p:cNvPr>
          <p:cNvSpPr/>
          <p:nvPr/>
        </p:nvSpPr>
        <p:spPr>
          <a:xfrm rot="1784317">
            <a:off x="10440774" y="401284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74;p8">
            <a:extLst>
              <a:ext uri="{FF2B5EF4-FFF2-40B4-BE49-F238E27FC236}">
                <a16:creationId xmlns:a16="http://schemas.microsoft.com/office/drawing/2014/main" id="{C45E7BC1-D653-4819-848A-5FFC0B09BF7A}"/>
              </a:ext>
            </a:extLst>
          </p:cNvPr>
          <p:cNvSpPr/>
          <p:nvPr/>
        </p:nvSpPr>
        <p:spPr>
          <a:xfrm rot="7184317" flipH="1">
            <a:off x="5343630" y="760605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75;p8">
            <a:extLst>
              <a:ext uri="{FF2B5EF4-FFF2-40B4-BE49-F238E27FC236}">
                <a16:creationId xmlns:a16="http://schemas.microsoft.com/office/drawing/2014/main" id="{F942A00D-3CCF-4A46-B871-B11DEFB90282}"/>
              </a:ext>
            </a:extLst>
          </p:cNvPr>
          <p:cNvSpPr/>
          <p:nvPr/>
        </p:nvSpPr>
        <p:spPr>
          <a:xfrm rot="1784317">
            <a:off x="2141901" y="8941754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76;p8">
            <a:extLst>
              <a:ext uri="{FF2B5EF4-FFF2-40B4-BE49-F238E27FC236}">
                <a16:creationId xmlns:a16="http://schemas.microsoft.com/office/drawing/2014/main" id="{9BC4F587-C8E6-4CF6-AE3C-C6C4B387CEE8}"/>
              </a:ext>
            </a:extLst>
          </p:cNvPr>
          <p:cNvSpPr/>
          <p:nvPr/>
        </p:nvSpPr>
        <p:spPr>
          <a:xfrm rot="7184317" flipH="1">
            <a:off x="4712891" y="8902984"/>
            <a:ext cx="450057" cy="1665414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77;p8">
            <a:extLst>
              <a:ext uri="{FF2B5EF4-FFF2-40B4-BE49-F238E27FC236}">
                <a16:creationId xmlns:a16="http://schemas.microsoft.com/office/drawing/2014/main" id="{E27DD19F-A079-407B-9F5C-4E39B600083E}"/>
              </a:ext>
            </a:extLst>
          </p:cNvPr>
          <p:cNvSpPr/>
          <p:nvPr/>
        </p:nvSpPr>
        <p:spPr>
          <a:xfrm rot="1784317">
            <a:off x="2555038" y="-2132199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79;p8">
            <a:extLst>
              <a:ext uri="{FF2B5EF4-FFF2-40B4-BE49-F238E27FC236}">
                <a16:creationId xmlns:a16="http://schemas.microsoft.com/office/drawing/2014/main" id="{FDFA56D0-204E-4D30-B062-8ABB6DA11247}"/>
              </a:ext>
            </a:extLst>
          </p:cNvPr>
          <p:cNvSpPr/>
          <p:nvPr/>
        </p:nvSpPr>
        <p:spPr>
          <a:xfrm rot="1784317">
            <a:off x="7080142" y="-2439052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80;p8">
            <a:extLst>
              <a:ext uri="{FF2B5EF4-FFF2-40B4-BE49-F238E27FC236}">
                <a16:creationId xmlns:a16="http://schemas.microsoft.com/office/drawing/2014/main" id="{D9BD2C9E-1CDA-4F25-B591-B23FB0ED8375}"/>
              </a:ext>
            </a:extLst>
          </p:cNvPr>
          <p:cNvSpPr/>
          <p:nvPr/>
        </p:nvSpPr>
        <p:spPr>
          <a:xfrm rot="7184317" flipH="1">
            <a:off x="10004487" y="361633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81;p8">
            <a:extLst>
              <a:ext uri="{FF2B5EF4-FFF2-40B4-BE49-F238E27FC236}">
                <a16:creationId xmlns:a16="http://schemas.microsoft.com/office/drawing/2014/main" id="{7E179337-F356-44A3-8541-ABD9994CB612}"/>
              </a:ext>
            </a:extLst>
          </p:cNvPr>
          <p:cNvSpPr/>
          <p:nvPr/>
        </p:nvSpPr>
        <p:spPr>
          <a:xfrm flipH="1">
            <a:off x="4222407" y="6468404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Google Shape;82;p8">
            <a:extLst>
              <a:ext uri="{FF2B5EF4-FFF2-40B4-BE49-F238E27FC236}">
                <a16:creationId xmlns:a16="http://schemas.microsoft.com/office/drawing/2014/main" id="{3A6261DC-625C-4E04-A259-F94AC215BB13}"/>
              </a:ext>
            </a:extLst>
          </p:cNvPr>
          <p:cNvSpPr/>
          <p:nvPr/>
        </p:nvSpPr>
        <p:spPr>
          <a:xfrm rot="1784317">
            <a:off x="4250599" y="-2950602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83;p8">
            <a:extLst>
              <a:ext uri="{FF2B5EF4-FFF2-40B4-BE49-F238E27FC236}">
                <a16:creationId xmlns:a16="http://schemas.microsoft.com/office/drawing/2014/main" id="{68A4E305-65E5-446E-8813-F42F7159436B}"/>
              </a:ext>
            </a:extLst>
          </p:cNvPr>
          <p:cNvSpPr/>
          <p:nvPr/>
        </p:nvSpPr>
        <p:spPr>
          <a:xfrm rot="7184317" flipH="1">
            <a:off x="600499" y="778586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Google Shape;85;p8">
            <a:extLst>
              <a:ext uri="{FF2B5EF4-FFF2-40B4-BE49-F238E27FC236}">
                <a16:creationId xmlns:a16="http://schemas.microsoft.com/office/drawing/2014/main" id="{B3018E1B-CDC4-4C52-8B30-DE873DA335CA}"/>
              </a:ext>
            </a:extLst>
          </p:cNvPr>
          <p:cNvSpPr/>
          <p:nvPr/>
        </p:nvSpPr>
        <p:spPr>
          <a:xfrm rot="7184317" flipV="1">
            <a:off x="-2915773" y="-2667674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Google Shape;86;p8">
            <a:extLst>
              <a:ext uri="{FF2B5EF4-FFF2-40B4-BE49-F238E27FC236}">
                <a16:creationId xmlns:a16="http://schemas.microsoft.com/office/drawing/2014/main" id="{2754A867-A365-46BE-A258-0A7B5E07ABFF}"/>
              </a:ext>
            </a:extLst>
          </p:cNvPr>
          <p:cNvSpPr/>
          <p:nvPr/>
        </p:nvSpPr>
        <p:spPr>
          <a:xfrm rot="16200000">
            <a:off x="1000199" y="-3646930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" name="Google Shape;87;p8">
            <a:extLst>
              <a:ext uri="{FF2B5EF4-FFF2-40B4-BE49-F238E27FC236}">
                <a16:creationId xmlns:a16="http://schemas.microsoft.com/office/drawing/2014/main" id="{F5089585-082F-438E-A1C5-953A7BEA9215}"/>
              </a:ext>
            </a:extLst>
          </p:cNvPr>
          <p:cNvSpPr/>
          <p:nvPr/>
        </p:nvSpPr>
        <p:spPr>
          <a:xfrm flipV="1">
            <a:off x="2496868" y="-5964886"/>
            <a:ext cx="2092819" cy="436414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Google Shape;88;p8">
            <a:extLst>
              <a:ext uri="{FF2B5EF4-FFF2-40B4-BE49-F238E27FC236}">
                <a16:creationId xmlns:a16="http://schemas.microsoft.com/office/drawing/2014/main" id="{DF89D347-8518-4170-8E6D-001BE039FC7C}"/>
              </a:ext>
            </a:extLst>
          </p:cNvPr>
          <p:cNvSpPr/>
          <p:nvPr/>
        </p:nvSpPr>
        <p:spPr>
          <a:xfrm rot="16200000" flipH="1" flipV="1">
            <a:off x="4466757" y="-8092936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37D20A66-BF70-4A18-B9C3-0E8FD755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1</a:t>
            </a:r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976DD4E-BE8F-1CB3-8546-2D336E64D1F5}"/>
              </a:ext>
            </a:extLst>
          </p:cNvPr>
          <p:cNvSpPr txBox="1">
            <a:spLocks/>
          </p:cNvSpPr>
          <p:nvPr/>
        </p:nvSpPr>
        <p:spPr>
          <a:xfrm>
            <a:off x="4407784" y="1486504"/>
            <a:ext cx="4466542" cy="336500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Khái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niệm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phát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triển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xâm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nhập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đã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xuất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hiện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qua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một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bài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báo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của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James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Anderson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cách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đây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khoảng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25 năm.</a:t>
            </a:r>
            <a:endParaRPr lang="en-US" sz="1300" dirty="0">
              <a:latin typeface="Montserrat" panose="00000500000000000000" pitchFamily="2" charset="0"/>
              <a:ea typeface="Calibri" panose="020F0502020204030204" pitchFamily="34" charset="0"/>
            </a:endParaRPr>
          </a:p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nghiên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cứu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về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phát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hiện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xâm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nhập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được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nghiên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cứu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chính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thức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từ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năm 1983 – 1988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trước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khi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được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sử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dụng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tại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mạng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máy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tính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của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không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lực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Hoa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Kỳ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. </a:t>
            </a:r>
            <a:endParaRPr lang="en-US" sz="1300" dirty="0">
              <a:latin typeface="Montserrat" panose="00000500000000000000" pitchFamily="2" charset="0"/>
              <a:ea typeface="Calibri" panose="020F0502020204030204" pitchFamily="34" charset="0"/>
            </a:endParaRPr>
          </a:p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en-US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Trong</a:t>
            </a:r>
            <a:r>
              <a:rPr lang="en-US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thời</a:t>
            </a:r>
            <a:r>
              <a:rPr lang="en-US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gian</a:t>
            </a:r>
            <a:r>
              <a:rPr lang="en-US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này</a:t>
            </a:r>
            <a:r>
              <a:rPr lang="en-US" sz="1300" dirty="0">
                <a:latin typeface="Montserrat" panose="00000500000000000000" pitchFamily="2" charset="0"/>
                <a:ea typeface="Calibri" panose="020F0502020204030204" pitchFamily="34" charset="0"/>
              </a:rPr>
              <a:t>, </a:t>
            </a:r>
            <a:r>
              <a:rPr lang="en-US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một</a:t>
            </a:r>
            <a:r>
              <a:rPr lang="en-US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số</a:t>
            </a:r>
            <a:r>
              <a:rPr lang="en-US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công</a:t>
            </a:r>
            <a:r>
              <a:rPr lang="en-US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nghệ</a:t>
            </a:r>
            <a:r>
              <a:rPr lang="en-US" sz="1300" dirty="0">
                <a:latin typeface="Montserrat" panose="00000500000000000000" pitchFamily="2" charset="0"/>
                <a:ea typeface="Calibri" panose="020F0502020204030204" pitchFamily="34" charset="0"/>
              </a:rPr>
              <a:t> IDS </a:t>
            </a:r>
            <a:r>
              <a:rPr lang="en-US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bắt</a:t>
            </a:r>
            <a:r>
              <a:rPr lang="en-US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đầu</a:t>
            </a:r>
            <a:r>
              <a:rPr lang="en-US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phát</a:t>
            </a:r>
            <a:r>
              <a:rPr lang="en-US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triển</a:t>
            </a:r>
            <a:r>
              <a:rPr lang="en-US" sz="1300" dirty="0">
                <a:latin typeface="Montserrat" panose="00000500000000000000" pitchFamily="2" charset="0"/>
                <a:ea typeface="Calibri" panose="020F0502020204030204" pitchFamily="34" charset="0"/>
              </a:rPr>
              <a:t>.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Đến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năm 1997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IDS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mới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được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biết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đến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rộng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rãi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và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thực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sự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đem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lại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lợi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nhuận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với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sự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đi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đầu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của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công ty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IS</a:t>
            </a:r>
            <a:endParaRPr lang="vi-VN" sz="1300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AAA669-2512-D6CF-319F-74DF2D01A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82" y="1559133"/>
            <a:ext cx="4624654" cy="2896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081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84;p8">
            <a:extLst>
              <a:ext uri="{FF2B5EF4-FFF2-40B4-BE49-F238E27FC236}">
                <a16:creationId xmlns:a16="http://schemas.microsoft.com/office/drawing/2014/main" id="{10062E29-E107-42B2-BD37-A19B02C0DEA2}"/>
              </a:ext>
            </a:extLst>
          </p:cNvPr>
          <p:cNvSpPr/>
          <p:nvPr/>
        </p:nvSpPr>
        <p:spPr>
          <a:xfrm rot="16200000">
            <a:off x="0" y="45921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0145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Google Shape;78;p8">
            <a:extLst>
              <a:ext uri="{FF2B5EF4-FFF2-40B4-BE49-F238E27FC236}">
                <a16:creationId xmlns:a16="http://schemas.microsoft.com/office/drawing/2014/main" id="{39C2AE52-9129-458B-984A-DAC19FAD539D}"/>
              </a:ext>
            </a:extLst>
          </p:cNvPr>
          <p:cNvSpPr/>
          <p:nvPr/>
        </p:nvSpPr>
        <p:spPr>
          <a:xfrm flipH="1">
            <a:off x="193944" y="56041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82C7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B343E3-FFD6-46DE-8CB2-9067E5FEA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IDS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DEA46-255C-4759-AA72-73A4899D5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7423" y="964818"/>
            <a:ext cx="3886200" cy="349358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2</a:t>
            </a:r>
            <a:r>
              <a:rPr lang="en-US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.2 </a:t>
            </a:r>
            <a:r>
              <a:rPr lang="en-US" sz="18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Giới</a:t>
            </a:r>
            <a:r>
              <a:rPr lang="en-US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thiệu</a:t>
            </a:r>
            <a:r>
              <a:rPr lang="en-US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về</a:t>
            </a:r>
            <a:r>
              <a:rPr lang="en-US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IDS</a:t>
            </a:r>
            <a:r>
              <a:rPr lang="vi-VN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vi-VN" sz="18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IPS</a:t>
            </a:r>
            <a:endParaRPr lang="en-US" sz="1800" dirty="0">
              <a:effectLst/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Google Shape;71;p8">
            <a:extLst>
              <a:ext uri="{FF2B5EF4-FFF2-40B4-BE49-F238E27FC236}">
                <a16:creationId xmlns:a16="http://schemas.microsoft.com/office/drawing/2014/main" id="{AC360132-CF23-4AF3-AA1B-594FA3436B3C}"/>
              </a:ext>
            </a:extLst>
          </p:cNvPr>
          <p:cNvSpPr/>
          <p:nvPr/>
        </p:nvSpPr>
        <p:spPr>
          <a:xfrm rot="5400000">
            <a:off x="4138226" y="8056903"/>
            <a:ext cx="4734600" cy="4737600"/>
          </a:xfrm>
          <a:prstGeom prst="diagStripe">
            <a:avLst>
              <a:gd name="adj" fmla="val 49469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Google Shape;72;p8">
            <a:extLst>
              <a:ext uri="{FF2B5EF4-FFF2-40B4-BE49-F238E27FC236}">
                <a16:creationId xmlns:a16="http://schemas.microsoft.com/office/drawing/2014/main" id="{1CE4C4B5-9755-4FE2-8A2D-DE2E1F23C589}"/>
              </a:ext>
            </a:extLst>
          </p:cNvPr>
          <p:cNvSpPr/>
          <p:nvPr/>
        </p:nvSpPr>
        <p:spPr>
          <a:xfrm rot="5400000">
            <a:off x="2414309" y="6983890"/>
            <a:ext cx="4298700" cy="4286700"/>
          </a:xfrm>
          <a:prstGeom prst="diagStripe">
            <a:avLst>
              <a:gd name="adj" fmla="val 0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Google Shape;73;p8">
            <a:extLst>
              <a:ext uri="{FF2B5EF4-FFF2-40B4-BE49-F238E27FC236}">
                <a16:creationId xmlns:a16="http://schemas.microsoft.com/office/drawing/2014/main" id="{513C540F-F44F-412A-8521-5E3E870EA29A}"/>
              </a:ext>
            </a:extLst>
          </p:cNvPr>
          <p:cNvSpPr/>
          <p:nvPr/>
        </p:nvSpPr>
        <p:spPr>
          <a:xfrm rot="1784317">
            <a:off x="10440774" y="401284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74;p8">
            <a:extLst>
              <a:ext uri="{FF2B5EF4-FFF2-40B4-BE49-F238E27FC236}">
                <a16:creationId xmlns:a16="http://schemas.microsoft.com/office/drawing/2014/main" id="{C45E7BC1-D653-4819-848A-5FFC0B09BF7A}"/>
              </a:ext>
            </a:extLst>
          </p:cNvPr>
          <p:cNvSpPr/>
          <p:nvPr/>
        </p:nvSpPr>
        <p:spPr>
          <a:xfrm rot="7184317" flipH="1">
            <a:off x="5343630" y="760605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75;p8">
            <a:extLst>
              <a:ext uri="{FF2B5EF4-FFF2-40B4-BE49-F238E27FC236}">
                <a16:creationId xmlns:a16="http://schemas.microsoft.com/office/drawing/2014/main" id="{F942A00D-3CCF-4A46-B871-B11DEFB90282}"/>
              </a:ext>
            </a:extLst>
          </p:cNvPr>
          <p:cNvSpPr/>
          <p:nvPr/>
        </p:nvSpPr>
        <p:spPr>
          <a:xfrm rot="1784317">
            <a:off x="2141901" y="8941754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76;p8">
            <a:extLst>
              <a:ext uri="{FF2B5EF4-FFF2-40B4-BE49-F238E27FC236}">
                <a16:creationId xmlns:a16="http://schemas.microsoft.com/office/drawing/2014/main" id="{9BC4F587-C8E6-4CF6-AE3C-C6C4B387CEE8}"/>
              </a:ext>
            </a:extLst>
          </p:cNvPr>
          <p:cNvSpPr/>
          <p:nvPr/>
        </p:nvSpPr>
        <p:spPr>
          <a:xfrm rot="7184317" flipH="1">
            <a:off x="4712891" y="8902984"/>
            <a:ext cx="450057" cy="1665414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77;p8">
            <a:extLst>
              <a:ext uri="{FF2B5EF4-FFF2-40B4-BE49-F238E27FC236}">
                <a16:creationId xmlns:a16="http://schemas.microsoft.com/office/drawing/2014/main" id="{E27DD19F-A079-407B-9F5C-4E39B600083E}"/>
              </a:ext>
            </a:extLst>
          </p:cNvPr>
          <p:cNvSpPr/>
          <p:nvPr/>
        </p:nvSpPr>
        <p:spPr>
          <a:xfrm rot="1784317">
            <a:off x="2555038" y="-2132199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79;p8">
            <a:extLst>
              <a:ext uri="{FF2B5EF4-FFF2-40B4-BE49-F238E27FC236}">
                <a16:creationId xmlns:a16="http://schemas.microsoft.com/office/drawing/2014/main" id="{FDFA56D0-204E-4D30-B062-8ABB6DA11247}"/>
              </a:ext>
            </a:extLst>
          </p:cNvPr>
          <p:cNvSpPr/>
          <p:nvPr/>
        </p:nvSpPr>
        <p:spPr>
          <a:xfrm rot="1784317">
            <a:off x="7080142" y="-2439052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80;p8">
            <a:extLst>
              <a:ext uri="{FF2B5EF4-FFF2-40B4-BE49-F238E27FC236}">
                <a16:creationId xmlns:a16="http://schemas.microsoft.com/office/drawing/2014/main" id="{D9BD2C9E-1CDA-4F25-B591-B23FB0ED8375}"/>
              </a:ext>
            </a:extLst>
          </p:cNvPr>
          <p:cNvSpPr/>
          <p:nvPr/>
        </p:nvSpPr>
        <p:spPr>
          <a:xfrm rot="7184317" flipH="1">
            <a:off x="10004487" y="361633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81;p8">
            <a:extLst>
              <a:ext uri="{FF2B5EF4-FFF2-40B4-BE49-F238E27FC236}">
                <a16:creationId xmlns:a16="http://schemas.microsoft.com/office/drawing/2014/main" id="{7E179337-F356-44A3-8541-ABD9994CB612}"/>
              </a:ext>
            </a:extLst>
          </p:cNvPr>
          <p:cNvSpPr/>
          <p:nvPr/>
        </p:nvSpPr>
        <p:spPr>
          <a:xfrm flipH="1">
            <a:off x="4222407" y="6468404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Google Shape;82;p8">
            <a:extLst>
              <a:ext uri="{FF2B5EF4-FFF2-40B4-BE49-F238E27FC236}">
                <a16:creationId xmlns:a16="http://schemas.microsoft.com/office/drawing/2014/main" id="{3A6261DC-625C-4E04-A259-F94AC215BB13}"/>
              </a:ext>
            </a:extLst>
          </p:cNvPr>
          <p:cNvSpPr/>
          <p:nvPr/>
        </p:nvSpPr>
        <p:spPr>
          <a:xfrm rot="1784317">
            <a:off x="4250599" y="-2950602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83;p8">
            <a:extLst>
              <a:ext uri="{FF2B5EF4-FFF2-40B4-BE49-F238E27FC236}">
                <a16:creationId xmlns:a16="http://schemas.microsoft.com/office/drawing/2014/main" id="{68A4E305-65E5-446E-8813-F42F7159436B}"/>
              </a:ext>
            </a:extLst>
          </p:cNvPr>
          <p:cNvSpPr/>
          <p:nvPr/>
        </p:nvSpPr>
        <p:spPr>
          <a:xfrm rot="7184317" flipH="1">
            <a:off x="600499" y="778586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Google Shape;85;p8">
            <a:extLst>
              <a:ext uri="{FF2B5EF4-FFF2-40B4-BE49-F238E27FC236}">
                <a16:creationId xmlns:a16="http://schemas.microsoft.com/office/drawing/2014/main" id="{B3018E1B-CDC4-4C52-8B30-DE873DA335CA}"/>
              </a:ext>
            </a:extLst>
          </p:cNvPr>
          <p:cNvSpPr/>
          <p:nvPr/>
        </p:nvSpPr>
        <p:spPr>
          <a:xfrm rot="7184317" flipV="1">
            <a:off x="-2915773" y="-2667674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Google Shape;86;p8">
            <a:extLst>
              <a:ext uri="{FF2B5EF4-FFF2-40B4-BE49-F238E27FC236}">
                <a16:creationId xmlns:a16="http://schemas.microsoft.com/office/drawing/2014/main" id="{2754A867-A365-46BE-A258-0A7B5E07ABFF}"/>
              </a:ext>
            </a:extLst>
          </p:cNvPr>
          <p:cNvSpPr/>
          <p:nvPr/>
        </p:nvSpPr>
        <p:spPr>
          <a:xfrm rot="16200000">
            <a:off x="1000199" y="-3646930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" name="Google Shape;87;p8">
            <a:extLst>
              <a:ext uri="{FF2B5EF4-FFF2-40B4-BE49-F238E27FC236}">
                <a16:creationId xmlns:a16="http://schemas.microsoft.com/office/drawing/2014/main" id="{F5089585-082F-438E-A1C5-953A7BEA9215}"/>
              </a:ext>
            </a:extLst>
          </p:cNvPr>
          <p:cNvSpPr/>
          <p:nvPr/>
        </p:nvSpPr>
        <p:spPr>
          <a:xfrm flipV="1">
            <a:off x="2496868" y="-5964886"/>
            <a:ext cx="2092819" cy="436414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Google Shape;88;p8">
            <a:extLst>
              <a:ext uri="{FF2B5EF4-FFF2-40B4-BE49-F238E27FC236}">
                <a16:creationId xmlns:a16="http://schemas.microsoft.com/office/drawing/2014/main" id="{DF89D347-8518-4170-8E6D-001BE039FC7C}"/>
              </a:ext>
            </a:extLst>
          </p:cNvPr>
          <p:cNvSpPr/>
          <p:nvPr/>
        </p:nvSpPr>
        <p:spPr>
          <a:xfrm rot="16200000" flipH="1" flipV="1">
            <a:off x="4466757" y="-8092936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37D20A66-BF70-4A18-B9C3-0E8FD755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1</a:t>
            </a:r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976DD4E-BE8F-1CB3-8546-2D336E64D1F5}"/>
              </a:ext>
            </a:extLst>
          </p:cNvPr>
          <p:cNvSpPr txBox="1">
            <a:spLocks/>
          </p:cNvSpPr>
          <p:nvPr/>
        </p:nvSpPr>
        <p:spPr>
          <a:xfrm>
            <a:off x="-223851" y="1656105"/>
            <a:ext cx="4984109" cy="461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ctr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en-US" sz="16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Intrusion </a:t>
            </a:r>
            <a:r>
              <a:rPr lang="vi-VN" sz="16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Detection</a:t>
            </a:r>
            <a:r>
              <a:rPr lang="vi-VN" sz="16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6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system</a:t>
            </a:r>
            <a:r>
              <a:rPr lang="vi-VN" sz="16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(</a:t>
            </a:r>
            <a:r>
              <a:rPr lang="vi-VN" sz="16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IDS</a:t>
            </a:r>
            <a:r>
              <a:rPr lang="vi-VN" sz="16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)</a:t>
            </a:r>
            <a:endParaRPr lang="vi-VN" sz="12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61084F7-D5C3-1602-AC17-82C8C423898E}"/>
              </a:ext>
            </a:extLst>
          </p:cNvPr>
          <p:cNvSpPr txBox="1">
            <a:spLocks/>
          </p:cNvSpPr>
          <p:nvPr/>
        </p:nvSpPr>
        <p:spPr>
          <a:xfrm>
            <a:off x="38868" y="2082559"/>
            <a:ext cx="4286700" cy="29226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  <a:buNone/>
            </a:pPr>
            <a:r>
              <a:rPr lang="en-US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à 1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giám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sát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hoạt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động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trên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mạng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và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phân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tích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để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tìm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ra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dấu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hiệu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vi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phạm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đến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quy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định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bảo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mật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máy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tính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, ch</a:t>
            </a:r>
            <a:r>
              <a:rPr lang="en-US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ính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sách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sử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dụng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và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tiêu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chuẩn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an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toàn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thông tin.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dấu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hiệu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này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xuất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phát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từ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rất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nhiều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nguyên nhân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khác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nhau, như lây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nhiễm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malwares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,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hackers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 xâm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nhập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trái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phép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,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người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dùng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cuối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truy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nhập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vào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tài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nguyên không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được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phép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truy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cập</a:t>
            </a:r>
            <a:endParaRPr lang="vi-VN" sz="13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1D9AD7F-639C-D1C0-B6D2-FD82DE71FC86}"/>
              </a:ext>
            </a:extLst>
          </p:cNvPr>
          <p:cNvSpPr txBox="1">
            <a:spLocks/>
          </p:cNvSpPr>
          <p:nvPr/>
        </p:nvSpPr>
        <p:spPr>
          <a:xfrm>
            <a:off x="4059635" y="1640243"/>
            <a:ext cx="5045497" cy="461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ctr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en-US" sz="16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Intrucsion</a:t>
            </a:r>
            <a:r>
              <a:rPr lang="en-US" sz="16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Prevention system ( IPS) </a:t>
            </a:r>
            <a:endParaRPr lang="vi-VN" sz="12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E6E8024-851B-0AB0-DE7E-A57FEAF42797}"/>
              </a:ext>
            </a:extLst>
          </p:cNvPr>
          <p:cNvSpPr txBox="1">
            <a:spLocks/>
          </p:cNvSpPr>
          <p:nvPr/>
        </p:nvSpPr>
        <p:spPr>
          <a:xfrm>
            <a:off x="4397192" y="2082559"/>
            <a:ext cx="4286700" cy="29226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  <a:buNone/>
            </a:pPr>
            <a:r>
              <a:rPr lang="en-US" sz="1300" dirty="0">
                <a:latin typeface="Montserrat" panose="00000500000000000000" pitchFamily="2" charset="0"/>
                <a:ea typeface="Calibri" panose="020F0502020204030204" pitchFamily="34" charset="0"/>
              </a:rPr>
              <a:t>L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à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một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bao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gồm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cả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chức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năng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phát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hiện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xâm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nhập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(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Intrucsion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Detection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–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ID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)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và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khả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năng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ngặn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chặn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xâm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nhập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trái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phép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dựa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trên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sự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kết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hợp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với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thành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phần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kahsc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như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Antivirus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,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Firewall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hoặc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sử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dụng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tính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năng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ngăn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chặn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tích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hợp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.</a:t>
            </a:r>
            <a:endParaRPr lang="vi-VN" sz="13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4791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84;p8">
            <a:extLst>
              <a:ext uri="{FF2B5EF4-FFF2-40B4-BE49-F238E27FC236}">
                <a16:creationId xmlns:a16="http://schemas.microsoft.com/office/drawing/2014/main" id="{10062E29-E107-42B2-BD37-A19B02C0DEA2}"/>
              </a:ext>
            </a:extLst>
          </p:cNvPr>
          <p:cNvSpPr/>
          <p:nvPr/>
        </p:nvSpPr>
        <p:spPr>
          <a:xfrm rot="16200000">
            <a:off x="0" y="45921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0145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Google Shape;78;p8">
            <a:extLst>
              <a:ext uri="{FF2B5EF4-FFF2-40B4-BE49-F238E27FC236}">
                <a16:creationId xmlns:a16="http://schemas.microsoft.com/office/drawing/2014/main" id="{39C2AE52-9129-458B-984A-DAC19FAD539D}"/>
              </a:ext>
            </a:extLst>
          </p:cNvPr>
          <p:cNvSpPr/>
          <p:nvPr/>
        </p:nvSpPr>
        <p:spPr>
          <a:xfrm flipH="1">
            <a:off x="193944" y="56041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82C7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B343E3-FFD6-46DE-8CB2-9067E5FEA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IDS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DEA46-255C-4759-AA72-73A4899D5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7423" y="964818"/>
            <a:ext cx="3886200" cy="349358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2</a:t>
            </a:r>
            <a:r>
              <a:rPr lang="en-US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.3 </a:t>
            </a:r>
            <a:r>
              <a:rPr lang="en-US" sz="18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Chức</a:t>
            </a:r>
            <a:r>
              <a:rPr lang="en-US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năng</a:t>
            </a:r>
            <a:endParaRPr lang="en-US" sz="1800" dirty="0">
              <a:effectLst/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Google Shape;71;p8">
            <a:extLst>
              <a:ext uri="{FF2B5EF4-FFF2-40B4-BE49-F238E27FC236}">
                <a16:creationId xmlns:a16="http://schemas.microsoft.com/office/drawing/2014/main" id="{AC360132-CF23-4AF3-AA1B-594FA3436B3C}"/>
              </a:ext>
            </a:extLst>
          </p:cNvPr>
          <p:cNvSpPr/>
          <p:nvPr/>
        </p:nvSpPr>
        <p:spPr>
          <a:xfrm rot="5400000">
            <a:off x="4138226" y="8056903"/>
            <a:ext cx="4734600" cy="4737600"/>
          </a:xfrm>
          <a:prstGeom prst="diagStripe">
            <a:avLst>
              <a:gd name="adj" fmla="val 49469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Google Shape;72;p8">
            <a:extLst>
              <a:ext uri="{FF2B5EF4-FFF2-40B4-BE49-F238E27FC236}">
                <a16:creationId xmlns:a16="http://schemas.microsoft.com/office/drawing/2014/main" id="{1CE4C4B5-9755-4FE2-8A2D-DE2E1F23C589}"/>
              </a:ext>
            </a:extLst>
          </p:cNvPr>
          <p:cNvSpPr/>
          <p:nvPr/>
        </p:nvSpPr>
        <p:spPr>
          <a:xfrm rot="5400000">
            <a:off x="2414309" y="6983890"/>
            <a:ext cx="4298700" cy="4286700"/>
          </a:xfrm>
          <a:prstGeom prst="diagStripe">
            <a:avLst>
              <a:gd name="adj" fmla="val 0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Google Shape;73;p8">
            <a:extLst>
              <a:ext uri="{FF2B5EF4-FFF2-40B4-BE49-F238E27FC236}">
                <a16:creationId xmlns:a16="http://schemas.microsoft.com/office/drawing/2014/main" id="{513C540F-F44F-412A-8521-5E3E870EA29A}"/>
              </a:ext>
            </a:extLst>
          </p:cNvPr>
          <p:cNvSpPr/>
          <p:nvPr/>
        </p:nvSpPr>
        <p:spPr>
          <a:xfrm rot="1784317">
            <a:off x="10440774" y="401284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74;p8">
            <a:extLst>
              <a:ext uri="{FF2B5EF4-FFF2-40B4-BE49-F238E27FC236}">
                <a16:creationId xmlns:a16="http://schemas.microsoft.com/office/drawing/2014/main" id="{C45E7BC1-D653-4819-848A-5FFC0B09BF7A}"/>
              </a:ext>
            </a:extLst>
          </p:cNvPr>
          <p:cNvSpPr/>
          <p:nvPr/>
        </p:nvSpPr>
        <p:spPr>
          <a:xfrm rot="7184317" flipH="1">
            <a:off x="5343630" y="760605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75;p8">
            <a:extLst>
              <a:ext uri="{FF2B5EF4-FFF2-40B4-BE49-F238E27FC236}">
                <a16:creationId xmlns:a16="http://schemas.microsoft.com/office/drawing/2014/main" id="{F942A00D-3CCF-4A46-B871-B11DEFB90282}"/>
              </a:ext>
            </a:extLst>
          </p:cNvPr>
          <p:cNvSpPr/>
          <p:nvPr/>
        </p:nvSpPr>
        <p:spPr>
          <a:xfrm rot="1784317">
            <a:off x="2141901" y="8941754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76;p8">
            <a:extLst>
              <a:ext uri="{FF2B5EF4-FFF2-40B4-BE49-F238E27FC236}">
                <a16:creationId xmlns:a16="http://schemas.microsoft.com/office/drawing/2014/main" id="{9BC4F587-C8E6-4CF6-AE3C-C6C4B387CEE8}"/>
              </a:ext>
            </a:extLst>
          </p:cNvPr>
          <p:cNvSpPr/>
          <p:nvPr/>
        </p:nvSpPr>
        <p:spPr>
          <a:xfrm rot="7184317" flipH="1">
            <a:off x="4712891" y="8902984"/>
            <a:ext cx="450057" cy="1665414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77;p8">
            <a:extLst>
              <a:ext uri="{FF2B5EF4-FFF2-40B4-BE49-F238E27FC236}">
                <a16:creationId xmlns:a16="http://schemas.microsoft.com/office/drawing/2014/main" id="{E27DD19F-A079-407B-9F5C-4E39B600083E}"/>
              </a:ext>
            </a:extLst>
          </p:cNvPr>
          <p:cNvSpPr/>
          <p:nvPr/>
        </p:nvSpPr>
        <p:spPr>
          <a:xfrm rot="1784317">
            <a:off x="2555038" y="-2132199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79;p8">
            <a:extLst>
              <a:ext uri="{FF2B5EF4-FFF2-40B4-BE49-F238E27FC236}">
                <a16:creationId xmlns:a16="http://schemas.microsoft.com/office/drawing/2014/main" id="{FDFA56D0-204E-4D30-B062-8ABB6DA11247}"/>
              </a:ext>
            </a:extLst>
          </p:cNvPr>
          <p:cNvSpPr/>
          <p:nvPr/>
        </p:nvSpPr>
        <p:spPr>
          <a:xfrm rot="1784317">
            <a:off x="7080142" y="-2439052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80;p8">
            <a:extLst>
              <a:ext uri="{FF2B5EF4-FFF2-40B4-BE49-F238E27FC236}">
                <a16:creationId xmlns:a16="http://schemas.microsoft.com/office/drawing/2014/main" id="{D9BD2C9E-1CDA-4F25-B591-B23FB0ED8375}"/>
              </a:ext>
            </a:extLst>
          </p:cNvPr>
          <p:cNvSpPr/>
          <p:nvPr/>
        </p:nvSpPr>
        <p:spPr>
          <a:xfrm rot="7184317" flipH="1">
            <a:off x="10004487" y="361633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81;p8">
            <a:extLst>
              <a:ext uri="{FF2B5EF4-FFF2-40B4-BE49-F238E27FC236}">
                <a16:creationId xmlns:a16="http://schemas.microsoft.com/office/drawing/2014/main" id="{7E179337-F356-44A3-8541-ABD9994CB612}"/>
              </a:ext>
            </a:extLst>
          </p:cNvPr>
          <p:cNvSpPr/>
          <p:nvPr/>
        </p:nvSpPr>
        <p:spPr>
          <a:xfrm flipH="1">
            <a:off x="4222407" y="6468404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Google Shape;82;p8">
            <a:extLst>
              <a:ext uri="{FF2B5EF4-FFF2-40B4-BE49-F238E27FC236}">
                <a16:creationId xmlns:a16="http://schemas.microsoft.com/office/drawing/2014/main" id="{3A6261DC-625C-4E04-A259-F94AC215BB13}"/>
              </a:ext>
            </a:extLst>
          </p:cNvPr>
          <p:cNvSpPr/>
          <p:nvPr/>
        </p:nvSpPr>
        <p:spPr>
          <a:xfrm rot="1784317">
            <a:off x="4250599" y="-2950602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83;p8">
            <a:extLst>
              <a:ext uri="{FF2B5EF4-FFF2-40B4-BE49-F238E27FC236}">
                <a16:creationId xmlns:a16="http://schemas.microsoft.com/office/drawing/2014/main" id="{68A4E305-65E5-446E-8813-F42F7159436B}"/>
              </a:ext>
            </a:extLst>
          </p:cNvPr>
          <p:cNvSpPr/>
          <p:nvPr/>
        </p:nvSpPr>
        <p:spPr>
          <a:xfrm rot="7184317" flipH="1">
            <a:off x="600499" y="778586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Google Shape;85;p8">
            <a:extLst>
              <a:ext uri="{FF2B5EF4-FFF2-40B4-BE49-F238E27FC236}">
                <a16:creationId xmlns:a16="http://schemas.microsoft.com/office/drawing/2014/main" id="{B3018E1B-CDC4-4C52-8B30-DE873DA335CA}"/>
              </a:ext>
            </a:extLst>
          </p:cNvPr>
          <p:cNvSpPr/>
          <p:nvPr/>
        </p:nvSpPr>
        <p:spPr>
          <a:xfrm rot="7184317" flipV="1">
            <a:off x="-2915773" y="-2667674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Google Shape;86;p8">
            <a:extLst>
              <a:ext uri="{FF2B5EF4-FFF2-40B4-BE49-F238E27FC236}">
                <a16:creationId xmlns:a16="http://schemas.microsoft.com/office/drawing/2014/main" id="{2754A867-A365-46BE-A258-0A7B5E07ABFF}"/>
              </a:ext>
            </a:extLst>
          </p:cNvPr>
          <p:cNvSpPr/>
          <p:nvPr/>
        </p:nvSpPr>
        <p:spPr>
          <a:xfrm rot="16200000">
            <a:off x="1000199" y="-3646930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" name="Google Shape;87;p8">
            <a:extLst>
              <a:ext uri="{FF2B5EF4-FFF2-40B4-BE49-F238E27FC236}">
                <a16:creationId xmlns:a16="http://schemas.microsoft.com/office/drawing/2014/main" id="{F5089585-082F-438E-A1C5-953A7BEA9215}"/>
              </a:ext>
            </a:extLst>
          </p:cNvPr>
          <p:cNvSpPr/>
          <p:nvPr/>
        </p:nvSpPr>
        <p:spPr>
          <a:xfrm flipV="1">
            <a:off x="2496868" y="-5964886"/>
            <a:ext cx="2092819" cy="436414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Google Shape;88;p8">
            <a:extLst>
              <a:ext uri="{FF2B5EF4-FFF2-40B4-BE49-F238E27FC236}">
                <a16:creationId xmlns:a16="http://schemas.microsoft.com/office/drawing/2014/main" id="{DF89D347-8518-4170-8E6D-001BE039FC7C}"/>
              </a:ext>
            </a:extLst>
          </p:cNvPr>
          <p:cNvSpPr/>
          <p:nvPr/>
        </p:nvSpPr>
        <p:spPr>
          <a:xfrm rot="16200000" flipH="1" flipV="1">
            <a:off x="4466757" y="-8092936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37D20A66-BF70-4A18-B9C3-0E8FD755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1</a:t>
            </a:r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976DD4E-BE8F-1CB3-8546-2D336E64D1F5}"/>
              </a:ext>
            </a:extLst>
          </p:cNvPr>
          <p:cNvSpPr txBox="1">
            <a:spLocks/>
          </p:cNvSpPr>
          <p:nvPr/>
        </p:nvSpPr>
        <p:spPr>
          <a:xfrm>
            <a:off x="-944275" y="1373506"/>
            <a:ext cx="4984109" cy="461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  <a:buNone/>
            </a:pPr>
            <a:r>
              <a:rPr lang="vi-VN" sz="16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6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6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ứng</a:t>
            </a:r>
            <a:r>
              <a:rPr lang="vi-VN" sz="16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6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dụng</a:t>
            </a:r>
            <a:r>
              <a:rPr lang="vi-VN" sz="16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cơ </a:t>
            </a:r>
            <a:r>
              <a:rPr lang="vi-VN" sz="16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bản</a:t>
            </a:r>
            <a:endParaRPr lang="vi-VN" sz="12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61084F7-D5C3-1602-AC17-82C8C423898E}"/>
              </a:ext>
            </a:extLst>
          </p:cNvPr>
          <p:cNvSpPr txBox="1">
            <a:spLocks/>
          </p:cNvSpPr>
          <p:nvPr/>
        </p:nvSpPr>
        <p:spPr>
          <a:xfrm>
            <a:off x="237270" y="1933474"/>
            <a:ext cx="8835458" cy="38213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Nhận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diện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nguy cơ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có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thể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xảy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ra Ghi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nhận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thông tin,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log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để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phục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vụ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cho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việc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kiểm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soát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nguy cơ. </a:t>
            </a:r>
            <a:endParaRPr lang="vi-VN" sz="13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799A63E-10C2-9B17-E6ED-ECFF323FEFA9}"/>
              </a:ext>
            </a:extLst>
          </p:cNvPr>
          <p:cNvSpPr txBox="1">
            <a:spLocks/>
          </p:cNvSpPr>
          <p:nvPr/>
        </p:nvSpPr>
        <p:spPr>
          <a:xfrm>
            <a:off x="237270" y="2296527"/>
            <a:ext cx="6668141" cy="481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Nhận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diện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hoạt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động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để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thăm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dò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. </a:t>
            </a:r>
            <a:endParaRPr lang="vi-VN" sz="13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3D0AC11-C829-BB50-F2C9-5062A8BA74ED}"/>
              </a:ext>
            </a:extLst>
          </p:cNvPr>
          <p:cNvSpPr txBox="1">
            <a:spLocks/>
          </p:cNvSpPr>
          <p:nvPr/>
        </p:nvSpPr>
        <p:spPr>
          <a:xfrm>
            <a:off x="237270" y="2758824"/>
            <a:ext cx="4844755" cy="4361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Nhận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diện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khuyết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điểm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của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chính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sách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bảo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mật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. </a:t>
            </a:r>
            <a:endParaRPr lang="vi-VN" sz="13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87645AA-862A-73ED-9C06-9D557376FDAC}"/>
              </a:ext>
            </a:extLst>
          </p:cNvPr>
          <p:cNvSpPr txBox="1">
            <a:spLocks/>
          </p:cNvSpPr>
          <p:nvPr/>
        </p:nvSpPr>
        <p:spPr>
          <a:xfrm>
            <a:off x="237270" y="3175917"/>
            <a:ext cx="4844755" cy="436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Ngăn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chặn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vi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phạm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chính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sách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bảo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mật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.</a:t>
            </a:r>
            <a:endParaRPr lang="vi-VN" sz="13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5146C7C-C6AE-318E-B403-E50EDB2E48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3333" y1="46667" x2="16222" y2="58333"/>
                        <a14:foregroundMark x1="16222" y1="58333" x2="15111" y2="47222"/>
                        <a14:foregroundMark x1="15111" y1="47222" x2="15111" y2="47222"/>
                        <a14:foregroundMark x1="20333" y1="58000" x2="25556" y2="65444"/>
                        <a14:foregroundMark x1="44889" y1="74889" x2="43444" y2="77889"/>
                        <a14:foregroundMark x1="78111" y1="64556" x2="85556" y2="64444"/>
                        <a14:foregroundMark x1="77889" y1="40000" x2="78778" y2="45667"/>
                        <a14:foregroundMark x1="75222" y1="18444" x2="77333" y2="20222"/>
                        <a14:foregroundMark x1="45111" y1="72000" x2="44222" y2="72000"/>
                        <a14:foregroundMark x1="47000" y1="42000" x2="49889" y2="50111"/>
                        <a14:foregroundMark x1="50889" y1="39111" x2="50889" y2="47667"/>
                        <a14:foregroundMark x1="20778" y1="57889" x2="25667" y2="67000"/>
                        <a14:foregroundMark x1="25667" y1="67000" x2="21556" y2="61000"/>
                        <a14:foregroundMark x1="76889" y1="39000" x2="77333" y2="36111"/>
                        <a14:foregroundMark x1="50778" y1="71111" x2="42667" y2="76111"/>
                        <a14:foregroundMark x1="42667" y1="76111" x2="54000" y2="73000"/>
                        <a14:foregroundMark x1="54000" y1="73000" x2="49667" y2="71000"/>
                        <a14:foregroundMark x1="39556" y1="78778" x2="44444" y2="79889"/>
                        <a14:foregroundMark x1="44222" y1="80111" x2="48889" y2="79556"/>
                        <a14:foregroundMark x1="47111" y1="80556" x2="50111" y2="79889"/>
                        <a14:backgroundMark x1="81444" y1="38333" x2="82333" y2="47333"/>
                        <a14:backgroundMark x1="91556" y1="75444" x2="67222" y2="75333"/>
                        <a14:backgroundMark x1="87111" y1="74889" x2="65000" y2="75000"/>
                        <a14:backgroundMark x1="26333" y1="69556" x2="25444" y2="69667"/>
                        <a14:backgroundMark x1="45803" y1="81812" x2="42556" y2="82556"/>
                        <a14:backgroundMark x1="51778" y1="80444" x2="49511" y2="80963"/>
                        <a14:backgroundMark x1="42556" y1="82556" x2="47444" y2="83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028" y="2251019"/>
            <a:ext cx="3007243" cy="3007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781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5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5" grpId="0"/>
      <p:bldP spid="6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84;p8">
            <a:extLst>
              <a:ext uri="{FF2B5EF4-FFF2-40B4-BE49-F238E27FC236}">
                <a16:creationId xmlns:a16="http://schemas.microsoft.com/office/drawing/2014/main" id="{10062E29-E107-42B2-BD37-A19B02C0DEA2}"/>
              </a:ext>
            </a:extLst>
          </p:cNvPr>
          <p:cNvSpPr/>
          <p:nvPr/>
        </p:nvSpPr>
        <p:spPr>
          <a:xfrm rot="16200000">
            <a:off x="0" y="45921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0145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Google Shape;78;p8">
            <a:extLst>
              <a:ext uri="{FF2B5EF4-FFF2-40B4-BE49-F238E27FC236}">
                <a16:creationId xmlns:a16="http://schemas.microsoft.com/office/drawing/2014/main" id="{39C2AE52-9129-458B-984A-DAC19FAD539D}"/>
              </a:ext>
            </a:extLst>
          </p:cNvPr>
          <p:cNvSpPr/>
          <p:nvPr/>
        </p:nvSpPr>
        <p:spPr>
          <a:xfrm flipH="1">
            <a:off x="193944" y="56041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82C7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B343E3-FFD6-46DE-8CB2-9067E5FEA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IDS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DEA46-255C-4759-AA72-73A4899D5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7423" y="964818"/>
            <a:ext cx="3886200" cy="349358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2</a:t>
            </a:r>
            <a:r>
              <a:rPr lang="en-US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.3 </a:t>
            </a:r>
            <a:r>
              <a:rPr lang="en-US" sz="18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Chức</a:t>
            </a:r>
            <a:r>
              <a:rPr lang="en-US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năng</a:t>
            </a:r>
            <a:endParaRPr lang="en-US" sz="1800" dirty="0">
              <a:effectLst/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Google Shape;71;p8">
            <a:extLst>
              <a:ext uri="{FF2B5EF4-FFF2-40B4-BE49-F238E27FC236}">
                <a16:creationId xmlns:a16="http://schemas.microsoft.com/office/drawing/2014/main" id="{AC360132-CF23-4AF3-AA1B-594FA3436B3C}"/>
              </a:ext>
            </a:extLst>
          </p:cNvPr>
          <p:cNvSpPr/>
          <p:nvPr/>
        </p:nvSpPr>
        <p:spPr>
          <a:xfrm rot="5400000">
            <a:off x="4138226" y="8056903"/>
            <a:ext cx="4734600" cy="4737600"/>
          </a:xfrm>
          <a:prstGeom prst="diagStripe">
            <a:avLst>
              <a:gd name="adj" fmla="val 49469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Google Shape;72;p8">
            <a:extLst>
              <a:ext uri="{FF2B5EF4-FFF2-40B4-BE49-F238E27FC236}">
                <a16:creationId xmlns:a16="http://schemas.microsoft.com/office/drawing/2014/main" id="{1CE4C4B5-9755-4FE2-8A2D-DE2E1F23C589}"/>
              </a:ext>
            </a:extLst>
          </p:cNvPr>
          <p:cNvSpPr/>
          <p:nvPr/>
        </p:nvSpPr>
        <p:spPr>
          <a:xfrm rot="5400000">
            <a:off x="2414309" y="6983890"/>
            <a:ext cx="4298700" cy="4286700"/>
          </a:xfrm>
          <a:prstGeom prst="diagStripe">
            <a:avLst>
              <a:gd name="adj" fmla="val 0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Google Shape;73;p8">
            <a:extLst>
              <a:ext uri="{FF2B5EF4-FFF2-40B4-BE49-F238E27FC236}">
                <a16:creationId xmlns:a16="http://schemas.microsoft.com/office/drawing/2014/main" id="{513C540F-F44F-412A-8521-5E3E870EA29A}"/>
              </a:ext>
            </a:extLst>
          </p:cNvPr>
          <p:cNvSpPr/>
          <p:nvPr/>
        </p:nvSpPr>
        <p:spPr>
          <a:xfrm rot="1784317">
            <a:off x="10440774" y="401284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74;p8">
            <a:extLst>
              <a:ext uri="{FF2B5EF4-FFF2-40B4-BE49-F238E27FC236}">
                <a16:creationId xmlns:a16="http://schemas.microsoft.com/office/drawing/2014/main" id="{C45E7BC1-D653-4819-848A-5FFC0B09BF7A}"/>
              </a:ext>
            </a:extLst>
          </p:cNvPr>
          <p:cNvSpPr/>
          <p:nvPr/>
        </p:nvSpPr>
        <p:spPr>
          <a:xfrm rot="7184317" flipH="1">
            <a:off x="5343630" y="760605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75;p8">
            <a:extLst>
              <a:ext uri="{FF2B5EF4-FFF2-40B4-BE49-F238E27FC236}">
                <a16:creationId xmlns:a16="http://schemas.microsoft.com/office/drawing/2014/main" id="{F942A00D-3CCF-4A46-B871-B11DEFB90282}"/>
              </a:ext>
            </a:extLst>
          </p:cNvPr>
          <p:cNvSpPr/>
          <p:nvPr/>
        </p:nvSpPr>
        <p:spPr>
          <a:xfrm rot="1784317">
            <a:off x="2141901" y="8941754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76;p8">
            <a:extLst>
              <a:ext uri="{FF2B5EF4-FFF2-40B4-BE49-F238E27FC236}">
                <a16:creationId xmlns:a16="http://schemas.microsoft.com/office/drawing/2014/main" id="{9BC4F587-C8E6-4CF6-AE3C-C6C4B387CEE8}"/>
              </a:ext>
            </a:extLst>
          </p:cNvPr>
          <p:cNvSpPr/>
          <p:nvPr/>
        </p:nvSpPr>
        <p:spPr>
          <a:xfrm rot="7184317" flipH="1">
            <a:off x="4712891" y="8902984"/>
            <a:ext cx="450057" cy="1665414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77;p8">
            <a:extLst>
              <a:ext uri="{FF2B5EF4-FFF2-40B4-BE49-F238E27FC236}">
                <a16:creationId xmlns:a16="http://schemas.microsoft.com/office/drawing/2014/main" id="{E27DD19F-A079-407B-9F5C-4E39B600083E}"/>
              </a:ext>
            </a:extLst>
          </p:cNvPr>
          <p:cNvSpPr/>
          <p:nvPr/>
        </p:nvSpPr>
        <p:spPr>
          <a:xfrm rot="1784317">
            <a:off x="2555038" y="-2132199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79;p8">
            <a:extLst>
              <a:ext uri="{FF2B5EF4-FFF2-40B4-BE49-F238E27FC236}">
                <a16:creationId xmlns:a16="http://schemas.microsoft.com/office/drawing/2014/main" id="{FDFA56D0-204E-4D30-B062-8ABB6DA11247}"/>
              </a:ext>
            </a:extLst>
          </p:cNvPr>
          <p:cNvSpPr/>
          <p:nvPr/>
        </p:nvSpPr>
        <p:spPr>
          <a:xfrm rot="1784317">
            <a:off x="7080142" y="-2439052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80;p8">
            <a:extLst>
              <a:ext uri="{FF2B5EF4-FFF2-40B4-BE49-F238E27FC236}">
                <a16:creationId xmlns:a16="http://schemas.microsoft.com/office/drawing/2014/main" id="{D9BD2C9E-1CDA-4F25-B591-B23FB0ED8375}"/>
              </a:ext>
            </a:extLst>
          </p:cNvPr>
          <p:cNvSpPr/>
          <p:nvPr/>
        </p:nvSpPr>
        <p:spPr>
          <a:xfrm rot="7184317" flipH="1">
            <a:off x="10004487" y="361633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81;p8">
            <a:extLst>
              <a:ext uri="{FF2B5EF4-FFF2-40B4-BE49-F238E27FC236}">
                <a16:creationId xmlns:a16="http://schemas.microsoft.com/office/drawing/2014/main" id="{7E179337-F356-44A3-8541-ABD9994CB612}"/>
              </a:ext>
            </a:extLst>
          </p:cNvPr>
          <p:cNvSpPr/>
          <p:nvPr/>
        </p:nvSpPr>
        <p:spPr>
          <a:xfrm flipH="1">
            <a:off x="4222407" y="6468404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Google Shape;82;p8">
            <a:extLst>
              <a:ext uri="{FF2B5EF4-FFF2-40B4-BE49-F238E27FC236}">
                <a16:creationId xmlns:a16="http://schemas.microsoft.com/office/drawing/2014/main" id="{3A6261DC-625C-4E04-A259-F94AC215BB13}"/>
              </a:ext>
            </a:extLst>
          </p:cNvPr>
          <p:cNvSpPr/>
          <p:nvPr/>
        </p:nvSpPr>
        <p:spPr>
          <a:xfrm rot="1784317">
            <a:off x="4250599" y="-2950602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83;p8">
            <a:extLst>
              <a:ext uri="{FF2B5EF4-FFF2-40B4-BE49-F238E27FC236}">
                <a16:creationId xmlns:a16="http://schemas.microsoft.com/office/drawing/2014/main" id="{68A4E305-65E5-446E-8813-F42F7159436B}"/>
              </a:ext>
            </a:extLst>
          </p:cNvPr>
          <p:cNvSpPr/>
          <p:nvPr/>
        </p:nvSpPr>
        <p:spPr>
          <a:xfrm rot="7184317" flipH="1">
            <a:off x="600499" y="778586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Google Shape;85;p8">
            <a:extLst>
              <a:ext uri="{FF2B5EF4-FFF2-40B4-BE49-F238E27FC236}">
                <a16:creationId xmlns:a16="http://schemas.microsoft.com/office/drawing/2014/main" id="{B3018E1B-CDC4-4C52-8B30-DE873DA335CA}"/>
              </a:ext>
            </a:extLst>
          </p:cNvPr>
          <p:cNvSpPr/>
          <p:nvPr/>
        </p:nvSpPr>
        <p:spPr>
          <a:xfrm rot="7184317" flipV="1">
            <a:off x="-2915773" y="-2667674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Google Shape;86;p8">
            <a:extLst>
              <a:ext uri="{FF2B5EF4-FFF2-40B4-BE49-F238E27FC236}">
                <a16:creationId xmlns:a16="http://schemas.microsoft.com/office/drawing/2014/main" id="{2754A867-A365-46BE-A258-0A7B5E07ABFF}"/>
              </a:ext>
            </a:extLst>
          </p:cNvPr>
          <p:cNvSpPr/>
          <p:nvPr/>
        </p:nvSpPr>
        <p:spPr>
          <a:xfrm rot="16200000">
            <a:off x="1000199" y="-3646930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" name="Google Shape;87;p8">
            <a:extLst>
              <a:ext uri="{FF2B5EF4-FFF2-40B4-BE49-F238E27FC236}">
                <a16:creationId xmlns:a16="http://schemas.microsoft.com/office/drawing/2014/main" id="{F5089585-082F-438E-A1C5-953A7BEA9215}"/>
              </a:ext>
            </a:extLst>
          </p:cNvPr>
          <p:cNvSpPr/>
          <p:nvPr/>
        </p:nvSpPr>
        <p:spPr>
          <a:xfrm flipV="1">
            <a:off x="2496868" y="-5964886"/>
            <a:ext cx="2092819" cy="436414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Google Shape;88;p8">
            <a:extLst>
              <a:ext uri="{FF2B5EF4-FFF2-40B4-BE49-F238E27FC236}">
                <a16:creationId xmlns:a16="http://schemas.microsoft.com/office/drawing/2014/main" id="{DF89D347-8518-4170-8E6D-001BE039FC7C}"/>
              </a:ext>
            </a:extLst>
          </p:cNvPr>
          <p:cNvSpPr/>
          <p:nvPr/>
        </p:nvSpPr>
        <p:spPr>
          <a:xfrm rot="16200000" flipH="1" flipV="1">
            <a:off x="4466757" y="-8092936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37D20A66-BF70-4A18-B9C3-0E8FD755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1</a:t>
            </a:r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976DD4E-BE8F-1CB3-8546-2D336E64D1F5}"/>
              </a:ext>
            </a:extLst>
          </p:cNvPr>
          <p:cNvSpPr txBox="1">
            <a:spLocks/>
          </p:cNvSpPr>
          <p:nvPr/>
        </p:nvSpPr>
        <p:spPr>
          <a:xfrm>
            <a:off x="-1320793" y="1435392"/>
            <a:ext cx="4984109" cy="461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  <a:buNone/>
            </a:pPr>
            <a:r>
              <a:rPr lang="en-US" sz="16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en-US" sz="16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6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tính</a:t>
            </a:r>
            <a:r>
              <a:rPr lang="en-US" sz="16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6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năng</a:t>
            </a:r>
            <a:endParaRPr lang="vi-VN" sz="11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61084F7-D5C3-1602-AC17-82C8C423898E}"/>
              </a:ext>
            </a:extLst>
          </p:cNvPr>
          <p:cNvSpPr txBox="1">
            <a:spLocks/>
          </p:cNvSpPr>
          <p:nvPr/>
        </p:nvSpPr>
        <p:spPr>
          <a:xfrm>
            <a:off x="237270" y="1933474"/>
            <a:ext cx="8835458" cy="3821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Lưu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trữ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thông tin liên quan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đến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đối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tượng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giám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sát</a:t>
            </a:r>
            <a:endParaRPr lang="vi-VN" sz="13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799A63E-10C2-9B17-E6ED-ECFF323FEFA9}"/>
              </a:ext>
            </a:extLst>
          </p:cNvPr>
          <p:cNvSpPr txBox="1">
            <a:spLocks/>
          </p:cNvSpPr>
          <p:nvPr/>
        </p:nvSpPr>
        <p:spPr>
          <a:xfrm>
            <a:off x="237270" y="2296527"/>
            <a:ext cx="6668141" cy="481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Cảnh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báo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sự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kiện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quan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trọng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liên quan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đến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đói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tượng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giám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sát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. </a:t>
            </a:r>
            <a:endParaRPr lang="vi-VN" sz="13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3D0AC11-C829-BB50-F2C9-5062A8BA74ED}"/>
              </a:ext>
            </a:extLst>
          </p:cNvPr>
          <p:cNvSpPr txBox="1">
            <a:spLocks/>
          </p:cNvSpPr>
          <p:nvPr/>
        </p:nvSpPr>
        <p:spPr>
          <a:xfrm>
            <a:off x="237270" y="2758824"/>
            <a:ext cx="4844755" cy="436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Ngăn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chặn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tấn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công. </a:t>
            </a:r>
            <a:endParaRPr lang="vi-VN" sz="13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87645AA-862A-73ED-9C06-9D557376FDAC}"/>
              </a:ext>
            </a:extLst>
          </p:cNvPr>
          <p:cNvSpPr txBox="1">
            <a:spLocks/>
          </p:cNvSpPr>
          <p:nvPr/>
        </p:nvSpPr>
        <p:spPr>
          <a:xfrm>
            <a:off x="237270" y="3175917"/>
            <a:ext cx="4844755" cy="436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en-US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Xuất</a:t>
            </a:r>
            <a:r>
              <a:rPr lang="en-US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báo</a:t>
            </a:r>
            <a:r>
              <a:rPr lang="en-US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cáo</a:t>
            </a:r>
            <a:endParaRPr lang="vi-VN" sz="13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5146C7C-C6AE-318E-B403-E50EDB2E48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3333" y1="46667" x2="16222" y2="58333"/>
                        <a14:foregroundMark x1="16222" y1="58333" x2="15111" y2="47222"/>
                        <a14:foregroundMark x1="15111" y1="47222" x2="15111" y2="47222"/>
                        <a14:foregroundMark x1="20333" y1="58000" x2="25556" y2="65444"/>
                        <a14:foregroundMark x1="44889" y1="74889" x2="43444" y2="77889"/>
                        <a14:foregroundMark x1="78111" y1="64556" x2="85556" y2="64444"/>
                        <a14:foregroundMark x1="77889" y1="40000" x2="78778" y2="45667"/>
                        <a14:foregroundMark x1="75222" y1="18444" x2="77333" y2="20222"/>
                        <a14:foregroundMark x1="45111" y1="72000" x2="44222" y2="72000"/>
                        <a14:foregroundMark x1="47000" y1="42000" x2="49889" y2="50111"/>
                        <a14:foregroundMark x1="50889" y1="39111" x2="50889" y2="47667"/>
                        <a14:foregroundMark x1="20778" y1="57889" x2="25667" y2="67000"/>
                        <a14:foregroundMark x1="25667" y1="67000" x2="21556" y2="61000"/>
                        <a14:foregroundMark x1="76889" y1="39000" x2="77333" y2="36111"/>
                        <a14:foregroundMark x1="50778" y1="71111" x2="42667" y2="76111"/>
                        <a14:foregroundMark x1="42667" y1="76111" x2="54000" y2="73000"/>
                        <a14:foregroundMark x1="54000" y1="73000" x2="49667" y2="71000"/>
                        <a14:foregroundMark x1="39556" y1="78778" x2="44444" y2="79889"/>
                        <a14:foregroundMark x1="44222" y1="80111" x2="48889" y2="79556"/>
                        <a14:foregroundMark x1="47111" y1="80556" x2="50111" y2="79889"/>
                        <a14:backgroundMark x1="81444" y1="38333" x2="82333" y2="47333"/>
                        <a14:backgroundMark x1="91556" y1="75444" x2="67222" y2="75333"/>
                        <a14:backgroundMark x1="87111" y1="74889" x2="65000" y2="75000"/>
                        <a14:backgroundMark x1="26333" y1="69556" x2="25444" y2="69667"/>
                        <a14:backgroundMark x1="45803" y1="81812" x2="42556" y2="82556"/>
                        <a14:backgroundMark x1="51778" y1="80444" x2="49511" y2="80963"/>
                        <a14:backgroundMark x1="42556" y1="82556" x2="47444" y2="83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028" y="2251019"/>
            <a:ext cx="3007243" cy="3007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416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5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5" grpId="0"/>
      <p:bldP spid="6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84;p8">
            <a:extLst>
              <a:ext uri="{FF2B5EF4-FFF2-40B4-BE49-F238E27FC236}">
                <a16:creationId xmlns:a16="http://schemas.microsoft.com/office/drawing/2014/main" id="{10062E29-E107-42B2-BD37-A19B02C0DEA2}"/>
              </a:ext>
            </a:extLst>
          </p:cNvPr>
          <p:cNvSpPr/>
          <p:nvPr/>
        </p:nvSpPr>
        <p:spPr>
          <a:xfrm rot="16200000">
            <a:off x="0" y="45921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0145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Google Shape;78;p8">
            <a:extLst>
              <a:ext uri="{FF2B5EF4-FFF2-40B4-BE49-F238E27FC236}">
                <a16:creationId xmlns:a16="http://schemas.microsoft.com/office/drawing/2014/main" id="{39C2AE52-9129-458B-984A-DAC19FAD539D}"/>
              </a:ext>
            </a:extLst>
          </p:cNvPr>
          <p:cNvSpPr/>
          <p:nvPr/>
        </p:nvSpPr>
        <p:spPr>
          <a:xfrm flipH="1">
            <a:off x="193944" y="56041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82C7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B343E3-FFD6-46DE-8CB2-9067E5FEA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IDS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DEA46-255C-4759-AA72-73A4899D5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7423" y="964818"/>
            <a:ext cx="3886200" cy="349358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2</a:t>
            </a:r>
            <a:r>
              <a:rPr lang="en-US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.4 </a:t>
            </a:r>
            <a:r>
              <a:rPr lang="en-US" sz="18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Cấu</a:t>
            </a:r>
            <a:r>
              <a:rPr lang="en-US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trúc</a:t>
            </a:r>
            <a:r>
              <a:rPr lang="en-US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kiến</a:t>
            </a:r>
            <a:r>
              <a:rPr lang="en-US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trúc</a:t>
            </a:r>
            <a:endParaRPr lang="en-US" sz="1800" dirty="0">
              <a:effectLst/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Google Shape;71;p8">
            <a:extLst>
              <a:ext uri="{FF2B5EF4-FFF2-40B4-BE49-F238E27FC236}">
                <a16:creationId xmlns:a16="http://schemas.microsoft.com/office/drawing/2014/main" id="{AC360132-CF23-4AF3-AA1B-594FA3436B3C}"/>
              </a:ext>
            </a:extLst>
          </p:cNvPr>
          <p:cNvSpPr/>
          <p:nvPr/>
        </p:nvSpPr>
        <p:spPr>
          <a:xfrm rot="5400000">
            <a:off x="4138226" y="8056903"/>
            <a:ext cx="4734600" cy="4737600"/>
          </a:xfrm>
          <a:prstGeom prst="diagStripe">
            <a:avLst>
              <a:gd name="adj" fmla="val 49469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Google Shape;72;p8">
            <a:extLst>
              <a:ext uri="{FF2B5EF4-FFF2-40B4-BE49-F238E27FC236}">
                <a16:creationId xmlns:a16="http://schemas.microsoft.com/office/drawing/2014/main" id="{1CE4C4B5-9755-4FE2-8A2D-DE2E1F23C589}"/>
              </a:ext>
            </a:extLst>
          </p:cNvPr>
          <p:cNvSpPr/>
          <p:nvPr/>
        </p:nvSpPr>
        <p:spPr>
          <a:xfrm rot="5400000">
            <a:off x="2414309" y="6983890"/>
            <a:ext cx="4298700" cy="4286700"/>
          </a:xfrm>
          <a:prstGeom prst="diagStripe">
            <a:avLst>
              <a:gd name="adj" fmla="val 0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Google Shape;73;p8">
            <a:extLst>
              <a:ext uri="{FF2B5EF4-FFF2-40B4-BE49-F238E27FC236}">
                <a16:creationId xmlns:a16="http://schemas.microsoft.com/office/drawing/2014/main" id="{513C540F-F44F-412A-8521-5E3E870EA29A}"/>
              </a:ext>
            </a:extLst>
          </p:cNvPr>
          <p:cNvSpPr/>
          <p:nvPr/>
        </p:nvSpPr>
        <p:spPr>
          <a:xfrm rot="1784317">
            <a:off x="10440774" y="401284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74;p8">
            <a:extLst>
              <a:ext uri="{FF2B5EF4-FFF2-40B4-BE49-F238E27FC236}">
                <a16:creationId xmlns:a16="http://schemas.microsoft.com/office/drawing/2014/main" id="{C45E7BC1-D653-4819-848A-5FFC0B09BF7A}"/>
              </a:ext>
            </a:extLst>
          </p:cNvPr>
          <p:cNvSpPr/>
          <p:nvPr/>
        </p:nvSpPr>
        <p:spPr>
          <a:xfrm rot="7184317" flipH="1">
            <a:off x="5343630" y="760605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75;p8">
            <a:extLst>
              <a:ext uri="{FF2B5EF4-FFF2-40B4-BE49-F238E27FC236}">
                <a16:creationId xmlns:a16="http://schemas.microsoft.com/office/drawing/2014/main" id="{F942A00D-3CCF-4A46-B871-B11DEFB90282}"/>
              </a:ext>
            </a:extLst>
          </p:cNvPr>
          <p:cNvSpPr/>
          <p:nvPr/>
        </p:nvSpPr>
        <p:spPr>
          <a:xfrm rot="1784317">
            <a:off x="2141901" y="8941754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76;p8">
            <a:extLst>
              <a:ext uri="{FF2B5EF4-FFF2-40B4-BE49-F238E27FC236}">
                <a16:creationId xmlns:a16="http://schemas.microsoft.com/office/drawing/2014/main" id="{9BC4F587-C8E6-4CF6-AE3C-C6C4B387CEE8}"/>
              </a:ext>
            </a:extLst>
          </p:cNvPr>
          <p:cNvSpPr/>
          <p:nvPr/>
        </p:nvSpPr>
        <p:spPr>
          <a:xfrm rot="7184317" flipH="1">
            <a:off x="4712891" y="8902984"/>
            <a:ext cx="450057" cy="1665414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77;p8">
            <a:extLst>
              <a:ext uri="{FF2B5EF4-FFF2-40B4-BE49-F238E27FC236}">
                <a16:creationId xmlns:a16="http://schemas.microsoft.com/office/drawing/2014/main" id="{E27DD19F-A079-407B-9F5C-4E39B600083E}"/>
              </a:ext>
            </a:extLst>
          </p:cNvPr>
          <p:cNvSpPr/>
          <p:nvPr/>
        </p:nvSpPr>
        <p:spPr>
          <a:xfrm rot="1784317">
            <a:off x="2555038" y="-2132199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79;p8">
            <a:extLst>
              <a:ext uri="{FF2B5EF4-FFF2-40B4-BE49-F238E27FC236}">
                <a16:creationId xmlns:a16="http://schemas.microsoft.com/office/drawing/2014/main" id="{FDFA56D0-204E-4D30-B062-8ABB6DA11247}"/>
              </a:ext>
            </a:extLst>
          </p:cNvPr>
          <p:cNvSpPr/>
          <p:nvPr/>
        </p:nvSpPr>
        <p:spPr>
          <a:xfrm rot="1784317">
            <a:off x="7080142" y="-2439052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80;p8">
            <a:extLst>
              <a:ext uri="{FF2B5EF4-FFF2-40B4-BE49-F238E27FC236}">
                <a16:creationId xmlns:a16="http://schemas.microsoft.com/office/drawing/2014/main" id="{D9BD2C9E-1CDA-4F25-B591-B23FB0ED8375}"/>
              </a:ext>
            </a:extLst>
          </p:cNvPr>
          <p:cNvSpPr/>
          <p:nvPr/>
        </p:nvSpPr>
        <p:spPr>
          <a:xfrm rot="7184317" flipH="1">
            <a:off x="10004487" y="361633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81;p8">
            <a:extLst>
              <a:ext uri="{FF2B5EF4-FFF2-40B4-BE49-F238E27FC236}">
                <a16:creationId xmlns:a16="http://schemas.microsoft.com/office/drawing/2014/main" id="{7E179337-F356-44A3-8541-ABD9994CB612}"/>
              </a:ext>
            </a:extLst>
          </p:cNvPr>
          <p:cNvSpPr/>
          <p:nvPr/>
        </p:nvSpPr>
        <p:spPr>
          <a:xfrm flipH="1">
            <a:off x="4222407" y="6468404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Google Shape;82;p8">
            <a:extLst>
              <a:ext uri="{FF2B5EF4-FFF2-40B4-BE49-F238E27FC236}">
                <a16:creationId xmlns:a16="http://schemas.microsoft.com/office/drawing/2014/main" id="{3A6261DC-625C-4E04-A259-F94AC215BB13}"/>
              </a:ext>
            </a:extLst>
          </p:cNvPr>
          <p:cNvSpPr/>
          <p:nvPr/>
        </p:nvSpPr>
        <p:spPr>
          <a:xfrm rot="1784317">
            <a:off x="4250599" y="-2950602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83;p8">
            <a:extLst>
              <a:ext uri="{FF2B5EF4-FFF2-40B4-BE49-F238E27FC236}">
                <a16:creationId xmlns:a16="http://schemas.microsoft.com/office/drawing/2014/main" id="{68A4E305-65E5-446E-8813-F42F7159436B}"/>
              </a:ext>
            </a:extLst>
          </p:cNvPr>
          <p:cNvSpPr/>
          <p:nvPr/>
        </p:nvSpPr>
        <p:spPr>
          <a:xfrm rot="7184317" flipH="1">
            <a:off x="600499" y="778586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Google Shape;85;p8">
            <a:extLst>
              <a:ext uri="{FF2B5EF4-FFF2-40B4-BE49-F238E27FC236}">
                <a16:creationId xmlns:a16="http://schemas.microsoft.com/office/drawing/2014/main" id="{B3018E1B-CDC4-4C52-8B30-DE873DA335CA}"/>
              </a:ext>
            </a:extLst>
          </p:cNvPr>
          <p:cNvSpPr/>
          <p:nvPr/>
        </p:nvSpPr>
        <p:spPr>
          <a:xfrm rot="7184317" flipV="1">
            <a:off x="-2915773" y="-2667674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Google Shape;86;p8">
            <a:extLst>
              <a:ext uri="{FF2B5EF4-FFF2-40B4-BE49-F238E27FC236}">
                <a16:creationId xmlns:a16="http://schemas.microsoft.com/office/drawing/2014/main" id="{2754A867-A365-46BE-A258-0A7B5E07ABFF}"/>
              </a:ext>
            </a:extLst>
          </p:cNvPr>
          <p:cNvSpPr/>
          <p:nvPr/>
        </p:nvSpPr>
        <p:spPr>
          <a:xfrm rot="16200000">
            <a:off x="1000199" y="-3646930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" name="Google Shape;87;p8">
            <a:extLst>
              <a:ext uri="{FF2B5EF4-FFF2-40B4-BE49-F238E27FC236}">
                <a16:creationId xmlns:a16="http://schemas.microsoft.com/office/drawing/2014/main" id="{F5089585-082F-438E-A1C5-953A7BEA9215}"/>
              </a:ext>
            </a:extLst>
          </p:cNvPr>
          <p:cNvSpPr/>
          <p:nvPr/>
        </p:nvSpPr>
        <p:spPr>
          <a:xfrm flipV="1">
            <a:off x="2496868" y="-5964886"/>
            <a:ext cx="2092819" cy="436414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Google Shape;88;p8">
            <a:extLst>
              <a:ext uri="{FF2B5EF4-FFF2-40B4-BE49-F238E27FC236}">
                <a16:creationId xmlns:a16="http://schemas.microsoft.com/office/drawing/2014/main" id="{DF89D347-8518-4170-8E6D-001BE039FC7C}"/>
              </a:ext>
            </a:extLst>
          </p:cNvPr>
          <p:cNvSpPr/>
          <p:nvPr/>
        </p:nvSpPr>
        <p:spPr>
          <a:xfrm rot="16200000" flipH="1" flipV="1">
            <a:off x="4466757" y="-8092936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37D20A66-BF70-4A18-B9C3-0E8FD755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1</a:t>
            </a:r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976DD4E-BE8F-1CB3-8546-2D336E64D1F5}"/>
              </a:ext>
            </a:extLst>
          </p:cNvPr>
          <p:cNvSpPr txBox="1">
            <a:spLocks/>
          </p:cNvSpPr>
          <p:nvPr/>
        </p:nvSpPr>
        <p:spPr>
          <a:xfrm>
            <a:off x="-605333" y="1677442"/>
            <a:ext cx="4984109" cy="461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  <a:buNone/>
            </a:pPr>
            <a:r>
              <a:rPr lang="vi-VN" sz="16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6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6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thành</a:t>
            </a:r>
            <a:r>
              <a:rPr lang="vi-VN" sz="16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6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phần</a:t>
            </a:r>
            <a:r>
              <a:rPr lang="vi-VN" sz="16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cơ </a:t>
            </a:r>
            <a:r>
              <a:rPr lang="vi-VN" sz="16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bản</a:t>
            </a:r>
            <a:r>
              <a:rPr lang="vi-VN" sz="16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:</a:t>
            </a:r>
            <a:endParaRPr lang="vi-VN" sz="11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61084F7-D5C3-1602-AC17-82C8C423898E}"/>
              </a:ext>
            </a:extLst>
          </p:cNvPr>
          <p:cNvSpPr txBox="1">
            <a:spLocks/>
          </p:cNvSpPr>
          <p:nvPr/>
        </p:nvSpPr>
        <p:spPr>
          <a:xfrm>
            <a:off x="479320" y="2175524"/>
            <a:ext cx="4378815" cy="358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Sensor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/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Agent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: </a:t>
            </a:r>
            <a:endParaRPr lang="vi-VN" sz="13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799A63E-10C2-9B17-E6ED-ECFF323FEFA9}"/>
              </a:ext>
            </a:extLst>
          </p:cNvPr>
          <p:cNvSpPr txBox="1">
            <a:spLocks/>
          </p:cNvSpPr>
          <p:nvPr/>
        </p:nvSpPr>
        <p:spPr>
          <a:xfrm>
            <a:off x="479321" y="2538577"/>
            <a:ext cx="3304702" cy="451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Management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Server: . </a:t>
            </a:r>
            <a:endParaRPr lang="vi-VN" sz="13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3D0AC11-C829-BB50-F2C9-5062A8BA74ED}"/>
              </a:ext>
            </a:extLst>
          </p:cNvPr>
          <p:cNvSpPr txBox="1">
            <a:spLocks/>
          </p:cNvSpPr>
          <p:nvPr/>
        </p:nvSpPr>
        <p:spPr>
          <a:xfrm>
            <a:off x="479321" y="3000875"/>
            <a:ext cx="2401040" cy="409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Database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Server</a:t>
            </a:r>
            <a:endParaRPr lang="vi-VN" sz="13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BFABEA-AF51-F4A8-193C-8868AA4AE912}"/>
              </a:ext>
            </a:extLst>
          </p:cNvPr>
          <p:cNvSpPr/>
          <p:nvPr/>
        </p:nvSpPr>
        <p:spPr>
          <a:xfrm>
            <a:off x="-1465729" y="1666029"/>
            <a:ext cx="1266712" cy="1946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2.4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5C11643-E39C-A4DA-A779-3216BEAE66EE}"/>
              </a:ext>
            </a:extLst>
          </p:cNvPr>
          <p:cNvSpPr txBox="1">
            <a:spLocks/>
          </p:cNvSpPr>
          <p:nvPr/>
        </p:nvSpPr>
        <p:spPr>
          <a:xfrm>
            <a:off x="3352415" y="1684622"/>
            <a:ext cx="4984109" cy="461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  <a:buNone/>
            </a:pPr>
            <a:r>
              <a:rPr lang="en-US" sz="16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Kiến</a:t>
            </a:r>
            <a:r>
              <a:rPr lang="en-US" sz="16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6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trúc</a:t>
            </a:r>
            <a:r>
              <a:rPr lang="vi-VN" sz="16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:</a:t>
            </a:r>
            <a:endParaRPr lang="vi-VN" sz="11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F51D849-CF9A-A1C9-8A2B-8B7012CFE116}"/>
              </a:ext>
            </a:extLst>
          </p:cNvPr>
          <p:cNvSpPr txBox="1">
            <a:spLocks/>
          </p:cNvSpPr>
          <p:nvPr/>
        </p:nvSpPr>
        <p:spPr>
          <a:xfrm>
            <a:off x="4718421" y="2172426"/>
            <a:ext cx="3863888" cy="7775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Sensor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là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yếu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tố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cốt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lõi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trong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một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IDS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/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IPS</a:t>
            </a:r>
            <a:endParaRPr lang="vi-VN" sz="13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EA32EC8-EA54-7D34-735C-0C1219B2997D}"/>
              </a:ext>
            </a:extLst>
          </p:cNvPr>
          <p:cNvSpPr txBox="1">
            <a:spLocks/>
          </p:cNvSpPr>
          <p:nvPr/>
        </p:nvSpPr>
        <p:spPr>
          <a:xfrm>
            <a:off x="4718421" y="2823708"/>
            <a:ext cx="4096190" cy="1103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Sensor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được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tích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hợp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với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thành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phần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chịu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trách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nhiệm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thu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nhập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dữ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liệu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–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một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event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generator</a:t>
            </a:r>
            <a:endParaRPr lang="vi-VN" sz="13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911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75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5" grpId="0"/>
      <p:bldP spid="6" grpId="0"/>
      <p:bldP spid="9" grpId="0"/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84;p8">
            <a:extLst>
              <a:ext uri="{FF2B5EF4-FFF2-40B4-BE49-F238E27FC236}">
                <a16:creationId xmlns:a16="http://schemas.microsoft.com/office/drawing/2014/main" id="{10062E29-E107-42B2-BD37-A19B02C0DEA2}"/>
              </a:ext>
            </a:extLst>
          </p:cNvPr>
          <p:cNvSpPr/>
          <p:nvPr/>
        </p:nvSpPr>
        <p:spPr>
          <a:xfrm rot="16200000">
            <a:off x="0" y="45921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0145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Google Shape;78;p8">
            <a:extLst>
              <a:ext uri="{FF2B5EF4-FFF2-40B4-BE49-F238E27FC236}">
                <a16:creationId xmlns:a16="http://schemas.microsoft.com/office/drawing/2014/main" id="{39C2AE52-9129-458B-984A-DAC19FAD539D}"/>
              </a:ext>
            </a:extLst>
          </p:cNvPr>
          <p:cNvSpPr/>
          <p:nvPr/>
        </p:nvSpPr>
        <p:spPr>
          <a:xfrm flipH="1">
            <a:off x="193944" y="56041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82C7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B343E3-FFD6-46DE-8CB2-9067E5FEA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IDS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DEA46-255C-4759-AA72-73A4899D5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7422" y="964818"/>
            <a:ext cx="4663789" cy="3493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2.5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Sự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khác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nhau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giữa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IDS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và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IPS </a:t>
            </a:r>
            <a:endParaRPr lang="en-US" sz="1800" dirty="0">
              <a:effectLst/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Google Shape;71;p8">
            <a:extLst>
              <a:ext uri="{FF2B5EF4-FFF2-40B4-BE49-F238E27FC236}">
                <a16:creationId xmlns:a16="http://schemas.microsoft.com/office/drawing/2014/main" id="{AC360132-CF23-4AF3-AA1B-594FA3436B3C}"/>
              </a:ext>
            </a:extLst>
          </p:cNvPr>
          <p:cNvSpPr/>
          <p:nvPr/>
        </p:nvSpPr>
        <p:spPr>
          <a:xfrm rot="5400000">
            <a:off x="4138226" y="8056903"/>
            <a:ext cx="4734600" cy="4737600"/>
          </a:xfrm>
          <a:prstGeom prst="diagStripe">
            <a:avLst>
              <a:gd name="adj" fmla="val 49469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Google Shape;72;p8">
            <a:extLst>
              <a:ext uri="{FF2B5EF4-FFF2-40B4-BE49-F238E27FC236}">
                <a16:creationId xmlns:a16="http://schemas.microsoft.com/office/drawing/2014/main" id="{1CE4C4B5-9755-4FE2-8A2D-DE2E1F23C589}"/>
              </a:ext>
            </a:extLst>
          </p:cNvPr>
          <p:cNvSpPr/>
          <p:nvPr/>
        </p:nvSpPr>
        <p:spPr>
          <a:xfrm rot="5400000">
            <a:off x="2414309" y="6983890"/>
            <a:ext cx="4298700" cy="4286700"/>
          </a:xfrm>
          <a:prstGeom prst="diagStripe">
            <a:avLst>
              <a:gd name="adj" fmla="val 0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Google Shape;73;p8">
            <a:extLst>
              <a:ext uri="{FF2B5EF4-FFF2-40B4-BE49-F238E27FC236}">
                <a16:creationId xmlns:a16="http://schemas.microsoft.com/office/drawing/2014/main" id="{513C540F-F44F-412A-8521-5E3E870EA29A}"/>
              </a:ext>
            </a:extLst>
          </p:cNvPr>
          <p:cNvSpPr/>
          <p:nvPr/>
        </p:nvSpPr>
        <p:spPr>
          <a:xfrm rot="1784317">
            <a:off x="10440774" y="401284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74;p8">
            <a:extLst>
              <a:ext uri="{FF2B5EF4-FFF2-40B4-BE49-F238E27FC236}">
                <a16:creationId xmlns:a16="http://schemas.microsoft.com/office/drawing/2014/main" id="{C45E7BC1-D653-4819-848A-5FFC0B09BF7A}"/>
              </a:ext>
            </a:extLst>
          </p:cNvPr>
          <p:cNvSpPr/>
          <p:nvPr/>
        </p:nvSpPr>
        <p:spPr>
          <a:xfrm rot="7184317" flipH="1">
            <a:off x="5343630" y="760605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75;p8">
            <a:extLst>
              <a:ext uri="{FF2B5EF4-FFF2-40B4-BE49-F238E27FC236}">
                <a16:creationId xmlns:a16="http://schemas.microsoft.com/office/drawing/2014/main" id="{F942A00D-3CCF-4A46-B871-B11DEFB90282}"/>
              </a:ext>
            </a:extLst>
          </p:cNvPr>
          <p:cNvSpPr/>
          <p:nvPr/>
        </p:nvSpPr>
        <p:spPr>
          <a:xfrm rot="1784317">
            <a:off x="2141901" y="8941754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76;p8">
            <a:extLst>
              <a:ext uri="{FF2B5EF4-FFF2-40B4-BE49-F238E27FC236}">
                <a16:creationId xmlns:a16="http://schemas.microsoft.com/office/drawing/2014/main" id="{9BC4F587-C8E6-4CF6-AE3C-C6C4B387CEE8}"/>
              </a:ext>
            </a:extLst>
          </p:cNvPr>
          <p:cNvSpPr/>
          <p:nvPr/>
        </p:nvSpPr>
        <p:spPr>
          <a:xfrm rot="7184317" flipH="1">
            <a:off x="4712891" y="8902984"/>
            <a:ext cx="450057" cy="1665414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77;p8">
            <a:extLst>
              <a:ext uri="{FF2B5EF4-FFF2-40B4-BE49-F238E27FC236}">
                <a16:creationId xmlns:a16="http://schemas.microsoft.com/office/drawing/2014/main" id="{E27DD19F-A079-407B-9F5C-4E39B600083E}"/>
              </a:ext>
            </a:extLst>
          </p:cNvPr>
          <p:cNvSpPr/>
          <p:nvPr/>
        </p:nvSpPr>
        <p:spPr>
          <a:xfrm rot="1784317">
            <a:off x="2555038" y="-2132199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79;p8">
            <a:extLst>
              <a:ext uri="{FF2B5EF4-FFF2-40B4-BE49-F238E27FC236}">
                <a16:creationId xmlns:a16="http://schemas.microsoft.com/office/drawing/2014/main" id="{FDFA56D0-204E-4D30-B062-8ABB6DA11247}"/>
              </a:ext>
            </a:extLst>
          </p:cNvPr>
          <p:cNvSpPr/>
          <p:nvPr/>
        </p:nvSpPr>
        <p:spPr>
          <a:xfrm rot="1784317">
            <a:off x="7080142" y="-2439052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80;p8">
            <a:extLst>
              <a:ext uri="{FF2B5EF4-FFF2-40B4-BE49-F238E27FC236}">
                <a16:creationId xmlns:a16="http://schemas.microsoft.com/office/drawing/2014/main" id="{D9BD2C9E-1CDA-4F25-B591-B23FB0ED8375}"/>
              </a:ext>
            </a:extLst>
          </p:cNvPr>
          <p:cNvSpPr/>
          <p:nvPr/>
        </p:nvSpPr>
        <p:spPr>
          <a:xfrm rot="7184317" flipH="1">
            <a:off x="10004487" y="361633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81;p8">
            <a:extLst>
              <a:ext uri="{FF2B5EF4-FFF2-40B4-BE49-F238E27FC236}">
                <a16:creationId xmlns:a16="http://schemas.microsoft.com/office/drawing/2014/main" id="{7E179337-F356-44A3-8541-ABD9994CB612}"/>
              </a:ext>
            </a:extLst>
          </p:cNvPr>
          <p:cNvSpPr/>
          <p:nvPr/>
        </p:nvSpPr>
        <p:spPr>
          <a:xfrm flipH="1">
            <a:off x="4222407" y="6468404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Google Shape;82;p8">
            <a:extLst>
              <a:ext uri="{FF2B5EF4-FFF2-40B4-BE49-F238E27FC236}">
                <a16:creationId xmlns:a16="http://schemas.microsoft.com/office/drawing/2014/main" id="{3A6261DC-625C-4E04-A259-F94AC215BB13}"/>
              </a:ext>
            </a:extLst>
          </p:cNvPr>
          <p:cNvSpPr/>
          <p:nvPr/>
        </p:nvSpPr>
        <p:spPr>
          <a:xfrm rot="1784317">
            <a:off x="4250599" y="-2950602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83;p8">
            <a:extLst>
              <a:ext uri="{FF2B5EF4-FFF2-40B4-BE49-F238E27FC236}">
                <a16:creationId xmlns:a16="http://schemas.microsoft.com/office/drawing/2014/main" id="{68A4E305-65E5-446E-8813-F42F7159436B}"/>
              </a:ext>
            </a:extLst>
          </p:cNvPr>
          <p:cNvSpPr/>
          <p:nvPr/>
        </p:nvSpPr>
        <p:spPr>
          <a:xfrm rot="7184317" flipH="1">
            <a:off x="600499" y="778586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Google Shape;85;p8">
            <a:extLst>
              <a:ext uri="{FF2B5EF4-FFF2-40B4-BE49-F238E27FC236}">
                <a16:creationId xmlns:a16="http://schemas.microsoft.com/office/drawing/2014/main" id="{B3018E1B-CDC4-4C52-8B30-DE873DA335CA}"/>
              </a:ext>
            </a:extLst>
          </p:cNvPr>
          <p:cNvSpPr/>
          <p:nvPr/>
        </p:nvSpPr>
        <p:spPr>
          <a:xfrm rot="7184317" flipV="1">
            <a:off x="-2915773" y="-2667674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Google Shape;86;p8">
            <a:extLst>
              <a:ext uri="{FF2B5EF4-FFF2-40B4-BE49-F238E27FC236}">
                <a16:creationId xmlns:a16="http://schemas.microsoft.com/office/drawing/2014/main" id="{2754A867-A365-46BE-A258-0A7B5E07ABFF}"/>
              </a:ext>
            </a:extLst>
          </p:cNvPr>
          <p:cNvSpPr/>
          <p:nvPr/>
        </p:nvSpPr>
        <p:spPr>
          <a:xfrm rot="16200000">
            <a:off x="1000199" y="-3646930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" name="Google Shape;87;p8">
            <a:extLst>
              <a:ext uri="{FF2B5EF4-FFF2-40B4-BE49-F238E27FC236}">
                <a16:creationId xmlns:a16="http://schemas.microsoft.com/office/drawing/2014/main" id="{F5089585-082F-438E-A1C5-953A7BEA9215}"/>
              </a:ext>
            </a:extLst>
          </p:cNvPr>
          <p:cNvSpPr/>
          <p:nvPr/>
        </p:nvSpPr>
        <p:spPr>
          <a:xfrm flipV="1">
            <a:off x="2496868" y="-5964886"/>
            <a:ext cx="2092819" cy="436414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Google Shape;88;p8">
            <a:extLst>
              <a:ext uri="{FF2B5EF4-FFF2-40B4-BE49-F238E27FC236}">
                <a16:creationId xmlns:a16="http://schemas.microsoft.com/office/drawing/2014/main" id="{DF89D347-8518-4170-8E6D-001BE039FC7C}"/>
              </a:ext>
            </a:extLst>
          </p:cNvPr>
          <p:cNvSpPr/>
          <p:nvPr/>
        </p:nvSpPr>
        <p:spPr>
          <a:xfrm rot="16200000" flipH="1" flipV="1">
            <a:off x="4466757" y="-8092936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37D20A66-BF70-4A18-B9C3-0E8FD755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1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61084F7-D5C3-1602-AC17-82C8C423898E}"/>
              </a:ext>
            </a:extLst>
          </p:cNvPr>
          <p:cNvSpPr txBox="1">
            <a:spLocks/>
          </p:cNvSpPr>
          <p:nvPr/>
        </p:nvSpPr>
        <p:spPr>
          <a:xfrm>
            <a:off x="38868" y="1756242"/>
            <a:ext cx="8835458" cy="1946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Có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thể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nhận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thấy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sự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khác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biệt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giữa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2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khái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niệm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ngay ở tên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gọi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: “</a:t>
            </a:r>
            <a:r>
              <a:rPr lang="vi-VN" sz="1300" b="1" i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phát</a:t>
            </a:r>
            <a:r>
              <a:rPr lang="vi-VN" sz="1300" b="1" i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b="1" i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hiện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”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và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“</a:t>
            </a:r>
            <a:r>
              <a:rPr lang="vi-VN" sz="1300" b="1" i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ngăn chăn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”.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IDS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được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thiết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kế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với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mục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đích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chủ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yếu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là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phát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hiện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và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cảnh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báo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nguy cơ xâm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nhập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đối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với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mạng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máy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tính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nó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đang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bảo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vệ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, trong khi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đó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1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IPS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ngoài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khả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năng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phát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hiện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còn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có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thể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tự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hành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động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chống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lại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nguy cơ theo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quy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định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được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người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quản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trị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thiết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lập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sẵn</a:t>
            </a:r>
            <a:endParaRPr lang="vi-VN" sz="13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3D0AC11-C829-BB50-F2C9-5062A8BA74ED}"/>
              </a:ext>
            </a:extLst>
          </p:cNvPr>
          <p:cNvSpPr txBox="1">
            <a:spLocks/>
          </p:cNvSpPr>
          <p:nvPr/>
        </p:nvSpPr>
        <p:spPr>
          <a:xfrm>
            <a:off x="38868" y="3214194"/>
            <a:ext cx="8835458" cy="1095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Tuy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vậy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,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sự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khác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biệt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trên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thực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tế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không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thật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sự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rõ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ràng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.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Một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số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IDS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được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thiết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kế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với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khả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năng ngăn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chặn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như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một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chức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năng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tùy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chọn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. Trong khi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đó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một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số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IPS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lại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không mang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đầy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đủ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chức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năng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của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một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phòng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chống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theo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đúng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nghĩa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.</a:t>
            </a:r>
            <a:endParaRPr lang="vi-VN" sz="13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957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84;p8">
            <a:extLst>
              <a:ext uri="{FF2B5EF4-FFF2-40B4-BE49-F238E27FC236}">
                <a16:creationId xmlns:a16="http://schemas.microsoft.com/office/drawing/2014/main" id="{10062E29-E107-42B2-BD37-A19B02C0DEA2}"/>
              </a:ext>
            </a:extLst>
          </p:cNvPr>
          <p:cNvSpPr/>
          <p:nvPr/>
        </p:nvSpPr>
        <p:spPr>
          <a:xfrm rot="16200000">
            <a:off x="0" y="45921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0145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Google Shape;78;p8">
            <a:extLst>
              <a:ext uri="{FF2B5EF4-FFF2-40B4-BE49-F238E27FC236}">
                <a16:creationId xmlns:a16="http://schemas.microsoft.com/office/drawing/2014/main" id="{39C2AE52-9129-458B-984A-DAC19FAD539D}"/>
              </a:ext>
            </a:extLst>
          </p:cNvPr>
          <p:cNvSpPr/>
          <p:nvPr/>
        </p:nvSpPr>
        <p:spPr>
          <a:xfrm flipH="1">
            <a:off x="193944" y="56041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82C7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B343E3-FFD6-46DE-8CB2-9067E5FEA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IDS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DEA46-255C-4759-AA72-73A4899D5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7422" y="964818"/>
            <a:ext cx="4663789" cy="3493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2.6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Phân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loại</a:t>
            </a:r>
            <a:endParaRPr lang="en-US" sz="1800" dirty="0">
              <a:effectLst/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Google Shape;71;p8">
            <a:extLst>
              <a:ext uri="{FF2B5EF4-FFF2-40B4-BE49-F238E27FC236}">
                <a16:creationId xmlns:a16="http://schemas.microsoft.com/office/drawing/2014/main" id="{AC360132-CF23-4AF3-AA1B-594FA3436B3C}"/>
              </a:ext>
            </a:extLst>
          </p:cNvPr>
          <p:cNvSpPr/>
          <p:nvPr/>
        </p:nvSpPr>
        <p:spPr>
          <a:xfrm rot="5400000">
            <a:off x="4138226" y="8056903"/>
            <a:ext cx="4734600" cy="4737600"/>
          </a:xfrm>
          <a:prstGeom prst="diagStripe">
            <a:avLst>
              <a:gd name="adj" fmla="val 49469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Google Shape;72;p8">
            <a:extLst>
              <a:ext uri="{FF2B5EF4-FFF2-40B4-BE49-F238E27FC236}">
                <a16:creationId xmlns:a16="http://schemas.microsoft.com/office/drawing/2014/main" id="{1CE4C4B5-9755-4FE2-8A2D-DE2E1F23C589}"/>
              </a:ext>
            </a:extLst>
          </p:cNvPr>
          <p:cNvSpPr/>
          <p:nvPr/>
        </p:nvSpPr>
        <p:spPr>
          <a:xfrm rot="5400000">
            <a:off x="2414309" y="6983890"/>
            <a:ext cx="4298700" cy="4286700"/>
          </a:xfrm>
          <a:prstGeom prst="diagStripe">
            <a:avLst>
              <a:gd name="adj" fmla="val 0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Google Shape;73;p8">
            <a:extLst>
              <a:ext uri="{FF2B5EF4-FFF2-40B4-BE49-F238E27FC236}">
                <a16:creationId xmlns:a16="http://schemas.microsoft.com/office/drawing/2014/main" id="{513C540F-F44F-412A-8521-5E3E870EA29A}"/>
              </a:ext>
            </a:extLst>
          </p:cNvPr>
          <p:cNvSpPr/>
          <p:nvPr/>
        </p:nvSpPr>
        <p:spPr>
          <a:xfrm rot="1784317">
            <a:off x="10440774" y="401284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74;p8">
            <a:extLst>
              <a:ext uri="{FF2B5EF4-FFF2-40B4-BE49-F238E27FC236}">
                <a16:creationId xmlns:a16="http://schemas.microsoft.com/office/drawing/2014/main" id="{C45E7BC1-D653-4819-848A-5FFC0B09BF7A}"/>
              </a:ext>
            </a:extLst>
          </p:cNvPr>
          <p:cNvSpPr/>
          <p:nvPr/>
        </p:nvSpPr>
        <p:spPr>
          <a:xfrm rot="7184317" flipH="1">
            <a:off x="5343630" y="760605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75;p8">
            <a:extLst>
              <a:ext uri="{FF2B5EF4-FFF2-40B4-BE49-F238E27FC236}">
                <a16:creationId xmlns:a16="http://schemas.microsoft.com/office/drawing/2014/main" id="{F942A00D-3CCF-4A46-B871-B11DEFB90282}"/>
              </a:ext>
            </a:extLst>
          </p:cNvPr>
          <p:cNvSpPr/>
          <p:nvPr/>
        </p:nvSpPr>
        <p:spPr>
          <a:xfrm rot="1784317">
            <a:off x="2141901" y="8941754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76;p8">
            <a:extLst>
              <a:ext uri="{FF2B5EF4-FFF2-40B4-BE49-F238E27FC236}">
                <a16:creationId xmlns:a16="http://schemas.microsoft.com/office/drawing/2014/main" id="{9BC4F587-C8E6-4CF6-AE3C-C6C4B387CEE8}"/>
              </a:ext>
            </a:extLst>
          </p:cNvPr>
          <p:cNvSpPr/>
          <p:nvPr/>
        </p:nvSpPr>
        <p:spPr>
          <a:xfrm rot="7184317" flipH="1">
            <a:off x="4712891" y="8902984"/>
            <a:ext cx="450057" cy="1665414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77;p8">
            <a:extLst>
              <a:ext uri="{FF2B5EF4-FFF2-40B4-BE49-F238E27FC236}">
                <a16:creationId xmlns:a16="http://schemas.microsoft.com/office/drawing/2014/main" id="{E27DD19F-A079-407B-9F5C-4E39B600083E}"/>
              </a:ext>
            </a:extLst>
          </p:cNvPr>
          <p:cNvSpPr/>
          <p:nvPr/>
        </p:nvSpPr>
        <p:spPr>
          <a:xfrm rot="1784317">
            <a:off x="2555038" y="-2132199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79;p8">
            <a:extLst>
              <a:ext uri="{FF2B5EF4-FFF2-40B4-BE49-F238E27FC236}">
                <a16:creationId xmlns:a16="http://schemas.microsoft.com/office/drawing/2014/main" id="{FDFA56D0-204E-4D30-B062-8ABB6DA11247}"/>
              </a:ext>
            </a:extLst>
          </p:cNvPr>
          <p:cNvSpPr/>
          <p:nvPr/>
        </p:nvSpPr>
        <p:spPr>
          <a:xfrm rot="1784317">
            <a:off x="7080142" y="-2439052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80;p8">
            <a:extLst>
              <a:ext uri="{FF2B5EF4-FFF2-40B4-BE49-F238E27FC236}">
                <a16:creationId xmlns:a16="http://schemas.microsoft.com/office/drawing/2014/main" id="{D9BD2C9E-1CDA-4F25-B591-B23FB0ED8375}"/>
              </a:ext>
            </a:extLst>
          </p:cNvPr>
          <p:cNvSpPr/>
          <p:nvPr/>
        </p:nvSpPr>
        <p:spPr>
          <a:xfrm rot="7184317" flipH="1">
            <a:off x="10004487" y="361633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81;p8">
            <a:extLst>
              <a:ext uri="{FF2B5EF4-FFF2-40B4-BE49-F238E27FC236}">
                <a16:creationId xmlns:a16="http://schemas.microsoft.com/office/drawing/2014/main" id="{7E179337-F356-44A3-8541-ABD9994CB612}"/>
              </a:ext>
            </a:extLst>
          </p:cNvPr>
          <p:cNvSpPr/>
          <p:nvPr/>
        </p:nvSpPr>
        <p:spPr>
          <a:xfrm flipH="1">
            <a:off x="4222407" y="6468404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Google Shape;82;p8">
            <a:extLst>
              <a:ext uri="{FF2B5EF4-FFF2-40B4-BE49-F238E27FC236}">
                <a16:creationId xmlns:a16="http://schemas.microsoft.com/office/drawing/2014/main" id="{3A6261DC-625C-4E04-A259-F94AC215BB13}"/>
              </a:ext>
            </a:extLst>
          </p:cNvPr>
          <p:cNvSpPr/>
          <p:nvPr/>
        </p:nvSpPr>
        <p:spPr>
          <a:xfrm rot="1784317">
            <a:off x="4250599" y="-2950602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83;p8">
            <a:extLst>
              <a:ext uri="{FF2B5EF4-FFF2-40B4-BE49-F238E27FC236}">
                <a16:creationId xmlns:a16="http://schemas.microsoft.com/office/drawing/2014/main" id="{68A4E305-65E5-446E-8813-F42F7159436B}"/>
              </a:ext>
            </a:extLst>
          </p:cNvPr>
          <p:cNvSpPr/>
          <p:nvPr/>
        </p:nvSpPr>
        <p:spPr>
          <a:xfrm rot="7184317" flipH="1">
            <a:off x="600499" y="778586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Google Shape;85;p8">
            <a:extLst>
              <a:ext uri="{FF2B5EF4-FFF2-40B4-BE49-F238E27FC236}">
                <a16:creationId xmlns:a16="http://schemas.microsoft.com/office/drawing/2014/main" id="{B3018E1B-CDC4-4C52-8B30-DE873DA335CA}"/>
              </a:ext>
            </a:extLst>
          </p:cNvPr>
          <p:cNvSpPr/>
          <p:nvPr/>
        </p:nvSpPr>
        <p:spPr>
          <a:xfrm rot="7184317" flipV="1">
            <a:off x="-2915773" y="-2667674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Google Shape;86;p8">
            <a:extLst>
              <a:ext uri="{FF2B5EF4-FFF2-40B4-BE49-F238E27FC236}">
                <a16:creationId xmlns:a16="http://schemas.microsoft.com/office/drawing/2014/main" id="{2754A867-A365-46BE-A258-0A7B5E07ABFF}"/>
              </a:ext>
            </a:extLst>
          </p:cNvPr>
          <p:cNvSpPr/>
          <p:nvPr/>
        </p:nvSpPr>
        <p:spPr>
          <a:xfrm rot="16200000">
            <a:off x="1000199" y="-3646930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" name="Google Shape;87;p8">
            <a:extLst>
              <a:ext uri="{FF2B5EF4-FFF2-40B4-BE49-F238E27FC236}">
                <a16:creationId xmlns:a16="http://schemas.microsoft.com/office/drawing/2014/main" id="{F5089585-082F-438E-A1C5-953A7BEA9215}"/>
              </a:ext>
            </a:extLst>
          </p:cNvPr>
          <p:cNvSpPr/>
          <p:nvPr/>
        </p:nvSpPr>
        <p:spPr>
          <a:xfrm flipV="1">
            <a:off x="2496868" y="-5964886"/>
            <a:ext cx="2092819" cy="436414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Google Shape;88;p8">
            <a:extLst>
              <a:ext uri="{FF2B5EF4-FFF2-40B4-BE49-F238E27FC236}">
                <a16:creationId xmlns:a16="http://schemas.microsoft.com/office/drawing/2014/main" id="{DF89D347-8518-4170-8E6D-001BE039FC7C}"/>
              </a:ext>
            </a:extLst>
          </p:cNvPr>
          <p:cNvSpPr/>
          <p:nvPr/>
        </p:nvSpPr>
        <p:spPr>
          <a:xfrm rot="16200000" flipH="1" flipV="1">
            <a:off x="4466757" y="-8092936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37D20A66-BF70-4A18-B9C3-0E8FD755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1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61084F7-D5C3-1602-AC17-82C8C423898E}"/>
              </a:ext>
            </a:extLst>
          </p:cNvPr>
          <p:cNvSpPr txBox="1">
            <a:spLocks/>
          </p:cNvSpPr>
          <p:nvPr/>
        </p:nvSpPr>
        <p:spPr>
          <a:xfrm>
            <a:off x="38868" y="1756242"/>
            <a:ext cx="8835458" cy="525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endParaRPr lang="vi-VN" sz="13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3D0AC11-C829-BB50-F2C9-5062A8BA74ED}"/>
              </a:ext>
            </a:extLst>
          </p:cNvPr>
          <p:cNvSpPr txBox="1">
            <a:spLocks/>
          </p:cNvSpPr>
          <p:nvPr/>
        </p:nvSpPr>
        <p:spPr>
          <a:xfrm>
            <a:off x="-101364" y="1997840"/>
            <a:ext cx="8835458" cy="705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Thường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dùng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để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giám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sát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, phân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tích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hoạt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động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mạng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trong 1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segment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, phân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tích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mạng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,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giao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thức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ứng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ụng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từ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đó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nhận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diện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hoạt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động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khả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nghi</a:t>
            </a:r>
            <a:endParaRPr lang="vi-VN" sz="13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BFABEA-AF51-F4A8-193C-8868AA4AE912}"/>
              </a:ext>
            </a:extLst>
          </p:cNvPr>
          <p:cNvSpPr/>
          <p:nvPr/>
        </p:nvSpPr>
        <p:spPr>
          <a:xfrm>
            <a:off x="-1465729" y="1666029"/>
            <a:ext cx="1266712" cy="1946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2.4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07087E-3B35-EF65-9FDB-E1CAA6BD5D4E}"/>
              </a:ext>
            </a:extLst>
          </p:cNvPr>
          <p:cNvSpPr txBox="1"/>
          <p:nvPr/>
        </p:nvSpPr>
        <p:spPr>
          <a:xfrm>
            <a:off x="326091" y="1509324"/>
            <a:ext cx="70664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</a:rPr>
              <a:t>a) Network based IDS – NIDS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266DA62-1B34-50A8-1AAA-0D81F26E8203}"/>
              </a:ext>
            </a:extLst>
          </p:cNvPr>
          <p:cNvSpPr txBox="1">
            <a:spLocks/>
          </p:cNvSpPr>
          <p:nvPr/>
        </p:nvSpPr>
        <p:spPr>
          <a:xfrm>
            <a:off x="-101364" y="2750989"/>
            <a:ext cx="8835458" cy="103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NIDS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/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IPS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thường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được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triển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khai trong 1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đoạn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/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mạng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con riêng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phục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vụ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cho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mục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đích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quản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trị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(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management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network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), trong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trường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hợp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không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có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mạng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quản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trị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riêng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thì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1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mạng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riêng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ảo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(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VLAN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)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là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cần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thiết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để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bảo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vê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kết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nối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giữa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NIDS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/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IPS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.</a:t>
            </a:r>
            <a:endParaRPr lang="vi-VN" sz="13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69AB846-551D-64B4-FF56-50FEE5175B5C}"/>
              </a:ext>
            </a:extLst>
          </p:cNvPr>
          <p:cNvSpPr txBox="1">
            <a:spLocks/>
          </p:cNvSpPr>
          <p:nvPr/>
        </p:nvSpPr>
        <p:spPr>
          <a:xfrm>
            <a:off x="-101364" y="3828658"/>
            <a:ext cx="8524219" cy="103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Điểm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yếu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của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NIDS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/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IPS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chính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là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việc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nó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rất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dễ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bị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ảnh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hưởng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bởi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nhiều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loại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tấn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công liên quan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đến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khối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lượng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lưu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lượng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mạng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lớn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(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large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volume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of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network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traffic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)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và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kiến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trúc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Single-point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of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Failure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khi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triển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khai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Sensor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kiểu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thẳng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hàng</a:t>
            </a:r>
            <a:endParaRPr lang="vi-VN" sz="13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059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84;p8">
            <a:extLst>
              <a:ext uri="{FF2B5EF4-FFF2-40B4-BE49-F238E27FC236}">
                <a16:creationId xmlns:a16="http://schemas.microsoft.com/office/drawing/2014/main" id="{10062E29-E107-42B2-BD37-A19B02C0DEA2}"/>
              </a:ext>
            </a:extLst>
          </p:cNvPr>
          <p:cNvSpPr/>
          <p:nvPr/>
        </p:nvSpPr>
        <p:spPr>
          <a:xfrm rot="16200000">
            <a:off x="0" y="45921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0145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Google Shape;78;p8">
            <a:extLst>
              <a:ext uri="{FF2B5EF4-FFF2-40B4-BE49-F238E27FC236}">
                <a16:creationId xmlns:a16="http://schemas.microsoft.com/office/drawing/2014/main" id="{39C2AE52-9129-458B-984A-DAC19FAD539D}"/>
              </a:ext>
            </a:extLst>
          </p:cNvPr>
          <p:cNvSpPr/>
          <p:nvPr/>
        </p:nvSpPr>
        <p:spPr>
          <a:xfrm flipH="1">
            <a:off x="193944" y="56041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82C7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B343E3-FFD6-46DE-8CB2-9067E5FEA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IDS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DEA46-255C-4759-AA72-73A4899D5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7422" y="964818"/>
            <a:ext cx="4663789" cy="3493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2.6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Phân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loại</a:t>
            </a:r>
            <a:endParaRPr lang="en-US" sz="1800" dirty="0">
              <a:effectLst/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Google Shape;71;p8">
            <a:extLst>
              <a:ext uri="{FF2B5EF4-FFF2-40B4-BE49-F238E27FC236}">
                <a16:creationId xmlns:a16="http://schemas.microsoft.com/office/drawing/2014/main" id="{AC360132-CF23-4AF3-AA1B-594FA3436B3C}"/>
              </a:ext>
            </a:extLst>
          </p:cNvPr>
          <p:cNvSpPr/>
          <p:nvPr/>
        </p:nvSpPr>
        <p:spPr>
          <a:xfrm rot="5400000">
            <a:off x="4138226" y="8056903"/>
            <a:ext cx="4734600" cy="4737600"/>
          </a:xfrm>
          <a:prstGeom prst="diagStripe">
            <a:avLst>
              <a:gd name="adj" fmla="val 49469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Google Shape;72;p8">
            <a:extLst>
              <a:ext uri="{FF2B5EF4-FFF2-40B4-BE49-F238E27FC236}">
                <a16:creationId xmlns:a16="http://schemas.microsoft.com/office/drawing/2014/main" id="{1CE4C4B5-9755-4FE2-8A2D-DE2E1F23C589}"/>
              </a:ext>
            </a:extLst>
          </p:cNvPr>
          <p:cNvSpPr/>
          <p:nvPr/>
        </p:nvSpPr>
        <p:spPr>
          <a:xfrm rot="5400000">
            <a:off x="2414309" y="6983890"/>
            <a:ext cx="4298700" cy="4286700"/>
          </a:xfrm>
          <a:prstGeom prst="diagStripe">
            <a:avLst>
              <a:gd name="adj" fmla="val 0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Google Shape;73;p8">
            <a:extLst>
              <a:ext uri="{FF2B5EF4-FFF2-40B4-BE49-F238E27FC236}">
                <a16:creationId xmlns:a16="http://schemas.microsoft.com/office/drawing/2014/main" id="{513C540F-F44F-412A-8521-5E3E870EA29A}"/>
              </a:ext>
            </a:extLst>
          </p:cNvPr>
          <p:cNvSpPr/>
          <p:nvPr/>
        </p:nvSpPr>
        <p:spPr>
          <a:xfrm rot="1784317">
            <a:off x="10440774" y="401284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74;p8">
            <a:extLst>
              <a:ext uri="{FF2B5EF4-FFF2-40B4-BE49-F238E27FC236}">
                <a16:creationId xmlns:a16="http://schemas.microsoft.com/office/drawing/2014/main" id="{C45E7BC1-D653-4819-848A-5FFC0B09BF7A}"/>
              </a:ext>
            </a:extLst>
          </p:cNvPr>
          <p:cNvSpPr/>
          <p:nvPr/>
        </p:nvSpPr>
        <p:spPr>
          <a:xfrm rot="7184317" flipH="1">
            <a:off x="5343630" y="760605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75;p8">
            <a:extLst>
              <a:ext uri="{FF2B5EF4-FFF2-40B4-BE49-F238E27FC236}">
                <a16:creationId xmlns:a16="http://schemas.microsoft.com/office/drawing/2014/main" id="{F942A00D-3CCF-4A46-B871-B11DEFB90282}"/>
              </a:ext>
            </a:extLst>
          </p:cNvPr>
          <p:cNvSpPr/>
          <p:nvPr/>
        </p:nvSpPr>
        <p:spPr>
          <a:xfrm rot="1784317">
            <a:off x="2141901" y="8941754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76;p8">
            <a:extLst>
              <a:ext uri="{FF2B5EF4-FFF2-40B4-BE49-F238E27FC236}">
                <a16:creationId xmlns:a16="http://schemas.microsoft.com/office/drawing/2014/main" id="{9BC4F587-C8E6-4CF6-AE3C-C6C4B387CEE8}"/>
              </a:ext>
            </a:extLst>
          </p:cNvPr>
          <p:cNvSpPr/>
          <p:nvPr/>
        </p:nvSpPr>
        <p:spPr>
          <a:xfrm rot="7184317" flipH="1">
            <a:off x="4712891" y="8902984"/>
            <a:ext cx="450057" cy="1665414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77;p8">
            <a:extLst>
              <a:ext uri="{FF2B5EF4-FFF2-40B4-BE49-F238E27FC236}">
                <a16:creationId xmlns:a16="http://schemas.microsoft.com/office/drawing/2014/main" id="{E27DD19F-A079-407B-9F5C-4E39B600083E}"/>
              </a:ext>
            </a:extLst>
          </p:cNvPr>
          <p:cNvSpPr/>
          <p:nvPr/>
        </p:nvSpPr>
        <p:spPr>
          <a:xfrm rot="1784317">
            <a:off x="2555038" y="-2132199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79;p8">
            <a:extLst>
              <a:ext uri="{FF2B5EF4-FFF2-40B4-BE49-F238E27FC236}">
                <a16:creationId xmlns:a16="http://schemas.microsoft.com/office/drawing/2014/main" id="{FDFA56D0-204E-4D30-B062-8ABB6DA11247}"/>
              </a:ext>
            </a:extLst>
          </p:cNvPr>
          <p:cNvSpPr/>
          <p:nvPr/>
        </p:nvSpPr>
        <p:spPr>
          <a:xfrm rot="1784317">
            <a:off x="7080142" y="-2439052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80;p8">
            <a:extLst>
              <a:ext uri="{FF2B5EF4-FFF2-40B4-BE49-F238E27FC236}">
                <a16:creationId xmlns:a16="http://schemas.microsoft.com/office/drawing/2014/main" id="{D9BD2C9E-1CDA-4F25-B591-B23FB0ED8375}"/>
              </a:ext>
            </a:extLst>
          </p:cNvPr>
          <p:cNvSpPr/>
          <p:nvPr/>
        </p:nvSpPr>
        <p:spPr>
          <a:xfrm rot="7184317" flipH="1">
            <a:off x="10004487" y="361633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81;p8">
            <a:extLst>
              <a:ext uri="{FF2B5EF4-FFF2-40B4-BE49-F238E27FC236}">
                <a16:creationId xmlns:a16="http://schemas.microsoft.com/office/drawing/2014/main" id="{7E179337-F356-44A3-8541-ABD9994CB612}"/>
              </a:ext>
            </a:extLst>
          </p:cNvPr>
          <p:cNvSpPr/>
          <p:nvPr/>
        </p:nvSpPr>
        <p:spPr>
          <a:xfrm flipH="1">
            <a:off x="4222407" y="6468404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Google Shape;82;p8">
            <a:extLst>
              <a:ext uri="{FF2B5EF4-FFF2-40B4-BE49-F238E27FC236}">
                <a16:creationId xmlns:a16="http://schemas.microsoft.com/office/drawing/2014/main" id="{3A6261DC-625C-4E04-A259-F94AC215BB13}"/>
              </a:ext>
            </a:extLst>
          </p:cNvPr>
          <p:cNvSpPr/>
          <p:nvPr/>
        </p:nvSpPr>
        <p:spPr>
          <a:xfrm rot="1784317">
            <a:off x="4250599" y="-2950602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83;p8">
            <a:extLst>
              <a:ext uri="{FF2B5EF4-FFF2-40B4-BE49-F238E27FC236}">
                <a16:creationId xmlns:a16="http://schemas.microsoft.com/office/drawing/2014/main" id="{68A4E305-65E5-446E-8813-F42F7159436B}"/>
              </a:ext>
            </a:extLst>
          </p:cNvPr>
          <p:cNvSpPr/>
          <p:nvPr/>
        </p:nvSpPr>
        <p:spPr>
          <a:xfrm rot="7184317" flipH="1">
            <a:off x="600499" y="778586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Google Shape;85;p8">
            <a:extLst>
              <a:ext uri="{FF2B5EF4-FFF2-40B4-BE49-F238E27FC236}">
                <a16:creationId xmlns:a16="http://schemas.microsoft.com/office/drawing/2014/main" id="{B3018E1B-CDC4-4C52-8B30-DE873DA335CA}"/>
              </a:ext>
            </a:extLst>
          </p:cNvPr>
          <p:cNvSpPr/>
          <p:nvPr/>
        </p:nvSpPr>
        <p:spPr>
          <a:xfrm rot="7184317" flipV="1">
            <a:off x="-2915773" y="-2667674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Google Shape;86;p8">
            <a:extLst>
              <a:ext uri="{FF2B5EF4-FFF2-40B4-BE49-F238E27FC236}">
                <a16:creationId xmlns:a16="http://schemas.microsoft.com/office/drawing/2014/main" id="{2754A867-A365-46BE-A258-0A7B5E07ABFF}"/>
              </a:ext>
            </a:extLst>
          </p:cNvPr>
          <p:cNvSpPr/>
          <p:nvPr/>
        </p:nvSpPr>
        <p:spPr>
          <a:xfrm rot="16200000">
            <a:off x="1000199" y="-3646930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Google Shape;88;p8">
            <a:extLst>
              <a:ext uri="{FF2B5EF4-FFF2-40B4-BE49-F238E27FC236}">
                <a16:creationId xmlns:a16="http://schemas.microsoft.com/office/drawing/2014/main" id="{DF89D347-8518-4170-8E6D-001BE039FC7C}"/>
              </a:ext>
            </a:extLst>
          </p:cNvPr>
          <p:cNvSpPr/>
          <p:nvPr/>
        </p:nvSpPr>
        <p:spPr>
          <a:xfrm rot="16200000" flipH="1" flipV="1">
            <a:off x="4466757" y="-8092936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37D20A66-BF70-4A18-B9C3-0E8FD755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1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61084F7-D5C3-1602-AC17-82C8C423898E}"/>
              </a:ext>
            </a:extLst>
          </p:cNvPr>
          <p:cNvSpPr txBox="1">
            <a:spLocks/>
          </p:cNvSpPr>
          <p:nvPr/>
        </p:nvSpPr>
        <p:spPr>
          <a:xfrm>
            <a:off x="38868" y="1756242"/>
            <a:ext cx="8835458" cy="525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endParaRPr lang="vi-VN" sz="13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3D0AC11-C829-BB50-F2C9-5062A8BA74ED}"/>
              </a:ext>
            </a:extLst>
          </p:cNvPr>
          <p:cNvSpPr txBox="1">
            <a:spLocks/>
          </p:cNvSpPr>
          <p:nvPr/>
        </p:nvSpPr>
        <p:spPr>
          <a:xfrm>
            <a:off x="-101364" y="1997840"/>
            <a:ext cx="8835458" cy="92582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Được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triển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khai trên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từng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host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, thông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thường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là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1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software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hoặc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1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agent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,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mục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tiêu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là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giám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sát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tính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chất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cơ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bản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,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sự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kiện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liên quan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đến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thành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phần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này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nhằm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nhận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diện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hoạt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động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khả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nghi</a:t>
            </a:r>
            <a:endParaRPr lang="vi-VN" sz="13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07087E-3B35-EF65-9FDB-E1CAA6BD5D4E}"/>
              </a:ext>
            </a:extLst>
          </p:cNvPr>
          <p:cNvSpPr txBox="1"/>
          <p:nvPr/>
        </p:nvSpPr>
        <p:spPr>
          <a:xfrm>
            <a:off x="326091" y="1509324"/>
            <a:ext cx="70664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</a:rPr>
              <a:t>b) Host based IDS – HIDS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266DA62-1B34-50A8-1AAA-0D81F26E8203}"/>
              </a:ext>
            </a:extLst>
          </p:cNvPr>
          <p:cNvSpPr txBox="1">
            <a:spLocks/>
          </p:cNvSpPr>
          <p:nvPr/>
        </p:nvSpPr>
        <p:spPr>
          <a:xfrm>
            <a:off x="-101364" y="2928481"/>
            <a:ext cx="8835458" cy="103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Host-based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IDS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/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IPS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thường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được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triển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khai trên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host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có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tính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chất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quan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trọng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(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public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servers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,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sensitive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data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servers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),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hoặc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1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dịch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vụ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quan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trọng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(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trường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hợp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đặc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biệt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này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được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gọi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là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application-based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IDS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/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IPS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). </a:t>
            </a:r>
            <a:endParaRPr lang="vi-VN" sz="13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854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84;p8">
            <a:extLst>
              <a:ext uri="{FF2B5EF4-FFF2-40B4-BE49-F238E27FC236}">
                <a16:creationId xmlns:a16="http://schemas.microsoft.com/office/drawing/2014/main" id="{10062E29-E107-42B2-BD37-A19B02C0DEA2}"/>
              </a:ext>
            </a:extLst>
          </p:cNvPr>
          <p:cNvSpPr/>
          <p:nvPr/>
        </p:nvSpPr>
        <p:spPr>
          <a:xfrm rot="16200000">
            <a:off x="0" y="45921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0145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Google Shape;78;p8">
            <a:extLst>
              <a:ext uri="{FF2B5EF4-FFF2-40B4-BE49-F238E27FC236}">
                <a16:creationId xmlns:a16="http://schemas.microsoft.com/office/drawing/2014/main" id="{39C2AE52-9129-458B-984A-DAC19FAD539D}"/>
              </a:ext>
            </a:extLst>
          </p:cNvPr>
          <p:cNvSpPr/>
          <p:nvPr/>
        </p:nvSpPr>
        <p:spPr>
          <a:xfrm flipH="1">
            <a:off x="193944" y="56041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82C7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B343E3-FFD6-46DE-8CB2-9067E5FEA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IDS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DEA46-255C-4759-AA72-73A4899D5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7422" y="964818"/>
            <a:ext cx="4663789" cy="3493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2.6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Phân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loại</a:t>
            </a:r>
            <a:endParaRPr lang="en-US" sz="1800" dirty="0">
              <a:effectLst/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Google Shape;71;p8">
            <a:extLst>
              <a:ext uri="{FF2B5EF4-FFF2-40B4-BE49-F238E27FC236}">
                <a16:creationId xmlns:a16="http://schemas.microsoft.com/office/drawing/2014/main" id="{AC360132-CF23-4AF3-AA1B-594FA3436B3C}"/>
              </a:ext>
            </a:extLst>
          </p:cNvPr>
          <p:cNvSpPr/>
          <p:nvPr/>
        </p:nvSpPr>
        <p:spPr>
          <a:xfrm rot="5400000">
            <a:off x="4138226" y="8056903"/>
            <a:ext cx="4734600" cy="4737600"/>
          </a:xfrm>
          <a:prstGeom prst="diagStripe">
            <a:avLst>
              <a:gd name="adj" fmla="val 49469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Google Shape;72;p8">
            <a:extLst>
              <a:ext uri="{FF2B5EF4-FFF2-40B4-BE49-F238E27FC236}">
                <a16:creationId xmlns:a16="http://schemas.microsoft.com/office/drawing/2014/main" id="{1CE4C4B5-9755-4FE2-8A2D-DE2E1F23C589}"/>
              </a:ext>
            </a:extLst>
          </p:cNvPr>
          <p:cNvSpPr/>
          <p:nvPr/>
        </p:nvSpPr>
        <p:spPr>
          <a:xfrm rot="5400000">
            <a:off x="2414309" y="6983890"/>
            <a:ext cx="4298700" cy="4286700"/>
          </a:xfrm>
          <a:prstGeom prst="diagStripe">
            <a:avLst>
              <a:gd name="adj" fmla="val 0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Google Shape;73;p8">
            <a:extLst>
              <a:ext uri="{FF2B5EF4-FFF2-40B4-BE49-F238E27FC236}">
                <a16:creationId xmlns:a16="http://schemas.microsoft.com/office/drawing/2014/main" id="{513C540F-F44F-412A-8521-5E3E870EA29A}"/>
              </a:ext>
            </a:extLst>
          </p:cNvPr>
          <p:cNvSpPr/>
          <p:nvPr/>
        </p:nvSpPr>
        <p:spPr>
          <a:xfrm rot="1784317">
            <a:off x="10440774" y="401284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74;p8">
            <a:extLst>
              <a:ext uri="{FF2B5EF4-FFF2-40B4-BE49-F238E27FC236}">
                <a16:creationId xmlns:a16="http://schemas.microsoft.com/office/drawing/2014/main" id="{C45E7BC1-D653-4819-848A-5FFC0B09BF7A}"/>
              </a:ext>
            </a:extLst>
          </p:cNvPr>
          <p:cNvSpPr/>
          <p:nvPr/>
        </p:nvSpPr>
        <p:spPr>
          <a:xfrm rot="7184317" flipH="1">
            <a:off x="5343630" y="760605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75;p8">
            <a:extLst>
              <a:ext uri="{FF2B5EF4-FFF2-40B4-BE49-F238E27FC236}">
                <a16:creationId xmlns:a16="http://schemas.microsoft.com/office/drawing/2014/main" id="{F942A00D-3CCF-4A46-B871-B11DEFB90282}"/>
              </a:ext>
            </a:extLst>
          </p:cNvPr>
          <p:cNvSpPr/>
          <p:nvPr/>
        </p:nvSpPr>
        <p:spPr>
          <a:xfrm rot="1784317">
            <a:off x="2141901" y="8941754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76;p8">
            <a:extLst>
              <a:ext uri="{FF2B5EF4-FFF2-40B4-BE49-F238E27FC236}">
                <a16:creationId xmlns:a16="http://schemas.microsoft.com/office/drawing/2014/main" id="{9BC4F587-C8E6-4CF6-AE3C-C6C4B387CEE8}"/>
              </a:ext>
            </a:extLst>
          </p:cNvPr>
          <p:cNvSpPr/>
          <p:nvPr/>
        </p:nvSpPr>
        <p:spPr>
          <a:xfrm rot="7184317" flipH="1">
            <a:off x="4712891" y="8902984"/>
            <a:ext cx="450057" cy="1665414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77;p8">
            <a:extLst>
              <a:ext uri="{FF2B5EF4-FFF2-40B4-BE49-F238E27FC236}">
                <a16:creationId xmlns:a16="http://schemas.microsoft.com/office/drawing/2014/main" id="{E27DD19F-A079-407B-9F5C-4E39B600083E}"/>
              </a:ext>
            </a:extLst>
          </p:cNvPr>
          <p:cNvSpPr/>
          <p:nvPr/>
        </p:nvSpPr>
        <p:spPr>
          <a:xfrm rot="1784317">
            <a:off x="2555038" y="-2132199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79;p8">
            <a:extLst>
              <a:ext uri="{FF2B5EF4-FFF2-40B4-BE49-F238E27FC236}">
                <a16:creationId xmlns:a16="http://schemas.microsoft.com/office/drawing/2014/main" id="{FDFA56D0-204E-4D30-B062-8ABB6DA11247}"/>
              </a:ext>
            </a:extLst>
          </p:cNvPr>
          <p:cNvSpPr/>
          <p:nvPr/>
        </p:nvSpPr>
        <p:spPr>
          <a:xfrm rot="1784317">
            <a:off x="7080142" y="-2439052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80;p8">
            <a:extLst>
              <a:ext uri="{FF2B5EF4-FFF2-40B4-BE49-F238E27FC236}">
                <a16:creationId xmlns:a16="http://schemas.microsoft.com/office/drawing/2014/main" id="{D9BD2C9E-1CDA-4F25-B591-B23FB0ED8375}"/>
              </a:ext>
            </a:extLst>
          </p:cNvPr>
          <p:cNvSpPr/>
          <p:nvPr/>
        </p:nvSpPr>
        <p:spPr>
          <a:xfrm rot="7184317" flipH="1">
            <a:off x="10004487" y="361633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81;p8">
            <a:extLst>
              <a:ext uri="{FF2B5EF4-FFF2-40B4-BE49-F238E27FC236}">
                <a16:creationId xmlns:a16="http://schemas.microsoft.com/office/drawing/2014/main" id="{7E179337-F356-44A3-8541-ABD9994CB612}"/>
              </a:ext>
            </a:extLst>
          </p:cNvPr>
          <p:cNvSpPr/>
          <p:nvPr/>
        </p:nvSpPr>
        <p:spPr>
          <a:xfrm flipH="1">
            <a:off x="4222407" y="6468404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Google Shape;82;p8">
            <a:extLst>
              <a:ext uri="{FF2B5EF4-FFF2-40B4-BE49-F238E27FC236}">
                <a16:creationId xmlns:a16="http://schemas.microsoft.com/office/drawing/2014/main" id="{3A6261DC-625C-4E04-A259-F94AC215BB13}"/>
              </a:ext>
            </a:extLst>
          </p:cNvPr>
          <p:cNvSpPr/>
          <p:nvPr/>
        </p:nvSpPr>
        <p:spPr>
          <a:xfrm rot="1784317">
            <a:off x="4250599" y="-2950602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83;p8">
            <a:extLst>
              <a:ext uri="{FF2B5EF4-FFF2-40B4-BE49-F238E27FC236}">
                <a16:creationId xmlns:a16="http://schemas.microsoft.com/office/drawing/2014/main" id="{68A4E305-65E5-446E-8813-F42F7159436B}"/>
              </a:ext>
            </a:extLst>
          </p:cNvPr>
          <p:cNvSpPr/>
          <p:nvPr/>
        </p:nvSpPr>
        <p:spPr>
          <a:xfrm rot="7184317" flipH="1">
            <a:off x="600499" y="778586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Google Shape;85;p8">
            <a:extLst>
              <a:ext uri="{FF2B5EF4-FFF2-40B4-BE49-F238E27FC236}">
                <a16:creationId xmlns:a16="http://schemas.microsoft.com/office/drawing/2014/main" id="{B3018E1B-CDC4-4C52-8B30-DE873DA335CA}"/>
              </a:ext>
            </a:extLst>
          </p:cNvPr>
          <p:cNvSpPr/>
          <p:nvPr/>
        </p:nvSpPr>
        <p:spPr>
          <a:xfrm rot="7184317" flipV="1">
            <a:off x="-2915773" y="-2667674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Google Shape;86;p8">
            <a:extLst>
              <a:ext uri="{FF2B5EF4-FFF2-40B4-BE49-F238E27FC236}">
                <a16:creationId xmlns:a16="http://schemas.microsoft.com/office/drawing/2014/main" id="{2754A867-A365-46BE-A258-0A7B5E07ABFF}"/>
              </a:ext>
            </a:extLst>
          </p:cNvPr>
          <p:cNvSpPr/>
          <p:nvPr/>
        </p:nvSpPr>
        <p:spPr>
          <a:xfrm rot="16200000">
            <a:off x="1000199" y="-3646930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" name="Google Shape;87;p8">
            <a:extLst>
              <a:ext uri="{FF2B5EF4-FFF2-40B4-BE49-F238E27FC236}">
                <a16:creationId xmlns:a16="http://schemas.microsoft.com/office/drawing/2014/main" id="{F5089585-082F-438E-A1C5-953A7BEA9215}"/>
              </a:ext>
            </a:extLst>
          </p:cNvPr>
          <p:cNvSpPr/>
          <p:nvPr/>
        </p:nvSpPr>
        <p:spPr>
          <a:xfrm flipV="1">
            <a:off x="2496868" y="-5964886"/>
            <a:ext cx="2092819" cy="436414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Google Shape;88;p8">
            <a:extLst>
              <a:ext uri="{FF2B5EF4-FFF2-40B4-BE49-F238E27FC236}">
                <a16:creationId xmlns:a16="http://schemas.microsoft.com/office/drawing/2014/main" id="{DF89D347-8518-4170-8E6D-001BE039FC7C}"/>
              </a:ext>
            </a:extLst>
          </p:cNvPr>
          <p:cNvSpPr/>
          <p:nvPr/>
        </p:nvSpPr>
        <p:spPr>
          <a:xfrm rot="16200000" flipH="1" flipV="1">
            <a:off x="4466757" y="-8092936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37D20A66-BF70-4A18-B9C3-0E8FD755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1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61084F7-D5C3-1602-AC17-82C8C423898E}"/>
              </a:ext>
            </a:extLst>
          </p:cNvPr>
          <p:cNvSpPr txBox="1">
            <a:spLocks/>
          </p:cNvSpPr>
          <p:nvPr/>
        </p:nvSpPr>
        <p:spPr>
          <a:xfrm>
            <a:off x="38868" y="1756242"/>
            <a:ext cx="8835458" cy="525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endParaRPr lang="vi-VN" sz="13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3D0AC11-C829-BB50-F2C9-5062A8BA74ED}"/>
              </a:ext>
            </a:extLst>
          </p:cNvPr>
          <p:cNvSpPr txBox="1">
            <a:spLocks/>
          </p:cNvSpPr>
          <p:nvPr/>
        </p:nvSpPr>
        <p:spPr>
          <a:xfrm>
            <a:off x="-101364" y="1997840"/>
            <a:ext cx="8835458" cy="1352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Thường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được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triển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khai trong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tầm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phủ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sóng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wireless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của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nhằm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giám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sát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, phân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tích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protocol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wireess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để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nhận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diện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hoạt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động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khả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nghi.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Sự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khác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biệt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lớn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nhất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giữa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NIDS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/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IPS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và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Wireless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IDS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/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IPS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nằm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ở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việc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NIDS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/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IPS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có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thể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giám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sát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tất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cả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packet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trong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mạng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thì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Wireless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IDS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/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IPS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giám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sát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bằng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cách</a:t>
            </a:r>
            <a:r>
              <a:rPr lang="en-US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lấy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mẫu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lưu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lượng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mạng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07087E-3B35-EF65-9FDB-E1CAA6BD5D4E}"/>
              </a:ext>
            </a:extLst>
          </p:cNvPr>
          <p:cNvSpPr txBox="1"/>
          <p:nvPr/>
        </p:nvSpPr>
        <p:spPr>
          <a:xfrm>
            <a:off x="326091" y="1509324"/>
            <a:ext cx="70664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</a:rPr>
              <a:t>c) Wireless IDS/IPS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266DA62-1B34-50A8-1AAA-0D81F26E8203}"/>
              </a:ext>
            </a:extLst>
          </p:cNvPr>
          <p:cNvSpPr txBox="1">
            <a:spLocks/>
          </p:cNvSpPr>
          <p:nvPr/>
        </p:nvSpPr>
        <p:spPr>
          <a:xfrm>
            <a:off x="-101364" y="3544975"/>
            <a:ext cx="8835458" cy="103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Wireless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IDS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/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IPS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có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khả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năng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xác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định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vị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trí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vật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lý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của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mối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đe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dọa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được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nhận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diện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bằng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phương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pháp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đo tam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giác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(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triangulation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)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dựa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vào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mức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tín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hiệu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từ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mối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đe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dọa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đến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Sensor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và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từ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đó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tính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ra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được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vị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trí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tương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đối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của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mối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đe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dọa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đối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với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mỗi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Sensor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.</a:t>
            </a:r>
            <a:endParaRPr lang="vi-VN" sz="13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468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75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84;p8">
            <a:extLst>
              <a:ext uri="{FF2B5EF4-FFF2-40B4-BE49-F238E27FC236}">
                <a16:creationId xmlns:a16="http://schemas.microsoft.com/office/drawing/2014/main" id="{10062E29-E107-42B2-BD37-A19B02C0DEA2}"/>
              </a:ext>
            </a:extLst>
          </p:cNvPr>
          <p:cNvSpPr/>
          <p:nvPr/>
        </p:nvSpPr>
        <p:spPr>
          <a:xfrm rot="16200000">
            <a:off x="0" y="45921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0145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Google Shape;78;p8">
            <a:extLst>
              <a:ext uri="{FF2B5EF4-FFF2-40B4-BE49-F238E27FC236}">
                <a16:creationId xmlns:a16="http://schemas.microsoft.com/office/drawing/2014/main" id="{39C2AE52-9129-458B-984A-DAC19FAD539D}"/>
              </a:ext>
            </a:extLst>
          </p:cNvPr>
          <p:cNvSpPr/>
          <p:nvPr/>
        </p:nvSpPr>
        <p:spPr>
          <a:xfrm flipH="1">
            <a:off x="193944" y="56041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82C7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B343E3-FFD6-46DE-8CB2-9067E5FEA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IDS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DEA46-255C-4759-AA72-73A4899D5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7422" y="964818"/>
            <a:ext cx="4663789" cy="3493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2.6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Phân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loại</a:t>
            </a:r>
            <a:endParaRPr lang="en-US" sz="1800" dirty="0">
              <a:effectLst/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Google Shape;71;p8">
            <a:extLst>
              <a:ext uri="{FF2B5EF4-FFF2-40B4-BE49-F238E27FC236}">
                <a16:creationId xmlns:a16="http://schemas.microsoft.com/office/drawing/2014/main" id="{AC360132-CF23-4AF3-AA1B-594FA3436B3C}"/>
              </a:ext>
            </a:extLst>
          </p:cNvPr>
          <p:cNvSpPr/>
          <p:nvPr/>
        </p:nvSpPr>
        <p:spPr>
          <a:xfrm rot="5400000">
            <a:off x="4138226" y="8056903"/>
            <a:ext cx="4734600" cy="4737600"/>
          </a:xfrm>
          <a:prstGeom prst="diagStripe">
            <a:avLst>
              <a:gd name="adj" fmla="val 49469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Google Shape;72;p8">
            <a:extLst>
              <a:ext uri="{FF2B5EF4-FFF2-40B4-BE49-F238E27FC236}">
                <a16:creationId xmlns:a16="http://schemas.microsoft.com/office/drawing/2014/main" id="{1CE4C4B5-9755-4FE2-8A2D-DE2E1F23C589}"/>
              </a:ext>
            </a:extLst>
          </p:cNvPr>
          <p:cNvSpPr/>
          <p:nvPr/>
        </p:nvSpPr>
        <p:spPr>
          <a:xfrm rot="5400000">
            <a:off x="2414309" y="6983890"/>
            <a:ext cx="4298700" cy="4286700"/>
          </a:xfrm>
          <a:prstGeom prst="diagStripe">
            <a:avLst>
              <a:gd name="adj" fmla="val 0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Google Shape;73;p8">
            <a:extLst>
              <a:ext uri="{FF2B5EF4-FFF2-40B4-BE49-F238E27FC236}">
                <a16:creationId xmlns:a16="http://schemas.microsoft.com/office/drawing/2014/main" id="{513C540F-F44F-412A-8521-5E3E870EA29A}"/>
              </a:ext>
            </a:extLst>
          </p:cNvPr>
          <p:cNvSpPr/>
          <p:nvPr/>
        </p:nvSpPr>
        <p:spPr>
          <a:xfrm rot="1784317">
            <a:off x="10440774" y="401284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74;p8">
            <a:extLst>
              <a:ext uri="{FF2B5EF4-FFF2-40B4-BE49-F238E27FC236}">
                <a16:creationId xmlns:a16="http://schemas.microsoft.com/office/drawing/2014/main" id="{C45E7BC1-D653-4819-848A-5FFC0B09BF7A}"/>
              </a:ext>
            </a:extLst>
          </p:cNvPr>
          <p:cNvSpPr/>
          <p:nvPr/>
        </p:nvSpPr>
        <p:spPr>
          <a:xfrm rot="7184317" flipH="1">
            <a:off x="5343630" y="760605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75;p8">
            <a:extLst>
              <a:ext uri="{FF2B5EF4-FFF2-40B4-BE49-F238E27FC236}">
                <a16:creationId xmlns:a16="http://schemas.microsoft.com/office/drawing/2014/main" id="{F942A00D-3CCF-4A46-B871-B11DEFB90282}"/>
              </a:ext>
            </a:extLst>
          </p:cNvPr>
          <p:cNvSpPr/>
          <p:nvPr/>
        </p:nvSpPr>
        <p:spPr>
          <a:xfrm rot="1784317">
            <a:off x="2141901" y="8941754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76;p8">
            <a:extLst>
              <a:ext uri="{FF2B5EF4-FFF2-40B4-BE49-F238E27FC236}">
                <a16:creationId xmlns:a16="http://schemas.microsoft.com/office/drawing/2014/main" id="{9BC4F587-C8E6-4CF6-AE3C-C6C4B387CEE8}"/>
              </a:ext>
            </a:extLst>
          </p:cNvPr>
          <p:cNvSpPr/>
          <p:nvPr/>
        </p:nvSpPr>
        <p:spPr>
          <a:xfrm rot="7184317" flipH="1">
            <a:off x="4712891" y="8902984"/>
            <a:ext cx="450057" cy="1665414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77;p8">
            <a:extLst>
              <a:ext uri="{FF2B5EF4-FFF2-40B4-BE49-F238E27FC236}">
                <a16:creationId xmlns:a16="http://schemas.microsoft.com/office/drawing/2014/main" id="{E27DD19F-A079-407B-9F5C-4E39B600083E}"/>
              </a:ext>
            </a:extLst>
          </p:cNvPr>
          <p:cNvSpPr/>
          <p:nvPr/>
        </p:nvSpPr>
        <p:spPr>
          <a:xfrm rot="1784317">
            <a:off x="2555038" y="-2132199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79;p8">
            <a:extLst>
              <a:ext uri="{FF2B5EF4-FFF2-40B4-BE49-F238E27FC236}">
                <a16:creationId xmlns:a16="http://schemas.microsoft.com/office/drawing/2014/main" id="{FDFA56D0-204E-4D30-B062-8ABB6DA11247}"/>
              </a:ext>
            </a:extLst>
          </p:cNvPr>
          <p:cNvSpPr/>
          <p:nvPr/>
        </p:nvSpPr>
        <p:spPr>
          <a:xfrm rot="1784317">
            <a:off x="7080142" y="-2439052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80;p8">
            <a:extLst>
              <a:ext uri="{FF2B5EF4-FFF2-40B4-BE49-F238E27FC236}">
                <a16:creationId xmlns:a16="http://schemas.microsoft.com/office/drawing/2014/main" id="{D9BD2C9E-1CDA-4F25-B591-B23FB0ED8375}"/>
              </a:ext>
            </a:extLst>
          </p:cNvPr>
          <p:cNvSpPr/>
          <p:nvPr/>
        </p:nvSpPr>
        <p:spPr>
          <a:xfrm rot="7184317" flipH="1">
            <a:off x="10004487" y="361633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81;p8">
            <a:extLst>
              <a:ext uri="{FF2B5EF4-FFF2-40B4-BE49-F238E27FC236}">
                <a16:creationId xmlns:a16="http://schemas.microsoft.com/office/drawing/2014/main" id="{7E179337-F356-44A3-8541-ABD9994CB612}"/>
              </a:ext>
            </a:extLst>
          </p:cNvPr>
          <p:cNvSpPr/>
          <p:nvPr/>
        </p:nvSpPr>
        <p:spPr>
          <a:xfrm flipH="1">
            <a:off x="4222407" y="6468404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Google Shape;82;p8">
            <a:extLst>
              <a:ext uri="{FF2B5EF4-FFF2-40B4-BE49-F238E27FC236}">
                <a16:creationId xmlns:a16="http://schemas.microsoft.com/office/drawing/2014/main" id="{3A6261DC-625C-4E04-A259-F94AC215BB13}"/>
              </a:ext>
            </a:extLst>
          </p:cNvPr>
          <p:cNvSpPr/>
          <p:nvPr/>
        </p:nvSpPr>
        <p:spPr>
          <a:xfrm rot="1784317">
            <a:off x="4250599" y="-2950602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83;p8">
            <a:extLst>
              <a:ext uri="{FF2B5EF4-FFF2-40B4-BE49-F238E27FC236}">
                <a16:creationId xmlns:a16="http://schemas.microsoft.com/office/drawing/2014/main" id="{68A4E305-65E5-446E-8813-F42F7159436B}"/>
              </a:ext>
            </a:extLst>
          </p:cNvPr>
          <p:cNvSpPr/>
          <p:nvPr/>
        </p:nvSpPr>
        <p:spPr>
          <a:xfrm rot="7184317" flipH="1">
            <a:off x="600499" y="778586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Google Shape;85;p8">
            <a:extLst>
              <a:ext uri="{FF2B5EF4-FFF2-40B4-BE49-F238E27FC236}">
                <a16:creationId xmlns:a16="http://schemas.microsoft.com/office/drawing/2014/main" id="{B3018E1B-CDC4-4C52-8B30-DE873DA335CA}"/>
              </a:ext>
            </a:extLst>
          </p:cNvPr>
          <p:cNvSpPr/>
          <p:nvPr/>
        </p:nvSpPr>
        <p:spPr>
          <a:xfrm rot="7184317" flipV="1">
            <a:off x="-2915773" y="-2667674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Google Shape;86;p8">
            <a:extLst>
              <a:ext uri="{FF2B5EF4-FFF2-40B4-BE49-F238E27FC236}">
                <a16:creationId xmlns:a16="http://schemas.microsoft.com/office/drawing/2014/main" id="{2754A867-A365-46BE-A258-0A7B5E07ABFF}"/>
              </a:ext>
            </a:extLst>
          </p:cNvPr>
          <p:cNvSpPr/>
          <p:nvPr/>
        </p:nvSpPr>
        <p:spPr>
          <a:xfrm rot="16200000">
            <a:off x="1000199" y="-3646930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" name="Google Shape;87;p8">
            <a:extLst>
              <a:ext uri="{FF2B5EF4-FFF2-40B4-BE49-F238E27FC236}">
                <a16:creationId xmlns:a16="http://schemas.microsoft.com/office/drawing/2014/main" id="{F5089585-082F-438E-A1C5-953A7BEA9215}"/>
              </a:ext>
            </a:extLst>
          </p:cNvPr>
          <p:cNvSpPr/>
          <p:nvPr/>
        </p:nvSpPr>
        <p:spPr>
          <a:xfrm flipV="1">
            <a:off x="2496868" y="-5964886"/>
            <a:ext cx="2092819" cy="436414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Google Shape;88;p8">
            <a:extLst>
              <a:ext uri="{FF2B5EF4-FFF2-40B4-BE49-F238E27FC236}">
                <a16:creationId xmlns:a16="http://schemas.microsoft.com/office/drawing/2014/main" id="{DF89D347-8518-4170-8E6D-001BE039FC7C}"/>
              </a:ext>
            </a:extLst>
          </p:cNvPr>
          <p:cNvSpPr/>
          <p:nvPr/>
        </p:nvSpPr>
        <p:spPr>
          <a:xfrm rot="16200000" flipH="1" flipV="1">
            <a:off x="4466757" y="-8092936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37D20A66-BF70-4A18-B9C3-0E8FD755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1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61084F7-D5C3-1602-AC17-82C8C423898E}"/>
              </a:ext>
            </a:extLst>
          </p:cNvPr>
          <p:cNvSpPr txBox="1">
            <a:spLocks/>
          </p:cNvSpPr>
          <p:nvPr/>
        </p:nvSpPr>
        <p:spPr>
          <a:xfrm>
            <a:off x="38868" y="1756242"/>
            <a:ext cx="8835458" cy="525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endParaRPr lang="vi-VN" sz="13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3D0AC11-C829-BB50-F2C9-5062A8BA74ED}"/>
              </a:ext>
            </a:extLst>
          </p:cNvPr>
          <p:cNvSpPr txBox="1">
            <a:spLocks/>
          </p:cNvSpPr>
          <p:nvPr/>
        </p:nvSpPr>
        <p:spPr>
          <a:xfrm>
            <a:off x="-101364" y="1997840"/>
            <a:ext cx="8835458" cy="1352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Là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1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dạng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NIDS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/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IPS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được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triển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khai trong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mạng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nhằm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nhận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diện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threats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tạo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ra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luồng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traffic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bất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thường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trong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(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DDoS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,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malwares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…).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Thường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được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dùng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để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giám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sát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luồng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traffic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trong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nội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bộ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cũng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như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có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thể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giám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sát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luồng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traffic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giữa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trong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và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ngoài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07087E-3B35-EF65-9FDB-E1CAA6BD5D4E}"/>
              </a:ext>
            </a:extLst>
          </p:cNvPr>
          <p:cNvSpPr txBox="1"/>
          <p:nvPr/>
        </p:nvSpPr>
        <p:spPr>
          <a:xfrm>
            <a:off x="326091" y="1509324"/>
            <a:ext cx="70664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</a:rPr>
              <a:t>d) </a:t>
            </a:r>
            <a:r>
              <a:rPr lang="vi-VN" sz="1600" dirty="0" err="1">
                <a:solidFill>
                  <a:schemeClr val="bg1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Network</a:t>
            </a:r>
            <a:r>
              <a:rPr lang="vi-VN" sz="1600" dirty="0">
                <a:solidFill>
                  <a:schemeClr val="bg1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1600" dirty="0" err="1">
                <a:solidFill>
                  <a:schemeClr val="bg1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behavior</a:t>
            </a:r>
            <a:r>
              <a:rPr lang="vi-VN" sz="1600" dirty="0">
                <a:solidFill>
                  <a:schemeClr val="bg1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1600" dirty="0" err="1">
                <a:solidFill>
                  <a:schemeClr val="bg1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Analysis</a:t>
            </a:r>
            <a:r>
              <a:rPr lang="vi-VN" sz="1600" dirty="0">
                <a:solidFill>
                  <a:schemeClr val="bg1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1600" dirty="0" err="1">
                <a:solidFill>
                  <a:schemeClr val="bg1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system</a:t>
            </a:r>
            <a:r>
              <a:rPr lang="vi-VN" sz="1600" dirty="0">
                <a:solidFill>
                  <a:schemeClr val="bg1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vi-VN" sz="1600" dirty="0" err="1">
                <a:solidFill>
                  <a:schemeClr val="bg1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NBAS</a:t>
            </a:r>
            <a:r>
              <a:rPr lang="vi-VN" sz="1600" dirty="0">
                <a:solidFill>
                  <a:schemeClr val="bg1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en-US" sz="1600" dirty="0">
              <a:solidFill>
                <a:schemeClr val="bg1"/>
              </a:solidFill>
              <a:effectLst/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266DA62-1B34-50A8-1AAA-0D81F26E8203}"/>
              </a:ext>
            </a:extLst>
          </p:cNvPr>
          <p:cNvSpPr txBox="1">
            <a:spLocks/>
          </p:cNvSpPr>
          <p:nvPr/>
        </p:nvSpPr>
        <p:spPr>
          <a:xfrm>
            <a:off x="-101364" y="3544975"/>
            <a:ext cx="8835458" cy="103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Khác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biệt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giữa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NBAS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và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NIDS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/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IPS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ở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chỗ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NBAS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phân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tích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lưu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lượng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mạng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hoặc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kê trên lưu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lượng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mạng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để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nhận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diện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luồng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lưu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lượng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bất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thường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.</a:t>
            </a:r>
            <a:endParaRPr lang="vi-VN" sz="13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370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75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84;p8">
            <a:extLst>
              <a:ext uri="{FF2B5EF4-FFF2-40B4-BE49-F238E27FC236}">
                <a16:creationId xmlns:a16="http://schemas.microsoft.com/office/drawing/2014/main" id="{10062E29-E107-42B2-BD37-A19B02C0DEA2}"/>
              </a:ext>
            </a:extLst>
          </p:cNvPr>
          <p:cNvSpPr/>
          <p:nvPr/>
        </p:nvSpPr>
        <p:spPr>
          <a:xfrm rot="16200000">
            <a:off x="0" y="45921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0145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Google Shape;78;p8">
            <a:extLst>
              <a:ext uri="{FF2B5EF4-FFF2-40B4-BE49-F238E27FC236}">
                <a16:creationId xmlns:a16="http://schemas.microsoft.com/office/drawing/2014/main" id="{39C2AE52-9129-458B-984A-DAC19FAD539D}"/>
              </a:ext>
            </a:extLst>
          </p:cNvPr>
          <p:cNvSpPr/>
          <p:nvPr/>
        </p:nvSpPr>
        <p:spPr>
          <a:xfrm flipH="1">
            <a:off x="193944" y="56041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82C7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B343E3-FFD6-46DE-8CB2-9067E5FEA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IDS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DEA46-255C-4759-AA72-73A4899D5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7422" y="964818"/>
            <a:ext cx="4663789" cy="3493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2.6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Phân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loại</a:t>
            </a:r>
            <a:endParaRPr lang="en-US" sz="1800" dirty="0">
              <a:effectLst/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Google Shape;71;p8">
            <a:extLst>
              <a:ext uri="{FF2B5EF4-FFF2-40B4-BE49-F238E27FC236}">
                <a16:creationId xmlns:a16="http://schemas.microsoft.com/office/drawing/2014/main" id="{AC360132-CF23-4AF3-AA1B-594FA3436B3C}"/>
              </a:ext>
            </a:extLst>
          </p:cNvPr>
          <p:cNvSpPr/>
          <p:nvPr/>
        </p:nvSpPr>
        <p:spPr>
          <a:xfrm rot="5400000">
            <a:off x="4138226" y="8056903"/>
            <a:ext cx="4734600" cy="4737600"/>
          </a:xfrm>
          <a:prstGeom prst="diagStripe">
            <a:avLst>
              <a:gd name="adj" fmla="val 49469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Google Shape;72;p8">
            <a:extLst>
              <a:ext uri="{FF2B5EF4-FFF2-40B4-BE49-F238E27FC236}">
                <a16:creationId xmlns:a16="http://schemas.microsoft.com/office/drawing/2014/main" id="{1CE4C4B5-9755-4FE2-8A2D-DE2E1F23C589}"/>
              </a:ext>
            </a:extLst>
          </p:cNvPr>
          <p:cNvSpPr/>
          <p:nvPr/>
        </p:nvSpPr>
        <p:spPr>
          <a:xfrm rot="5400000">
            <a:off x="2414309" y="6983890"/>
            <a:ext cx="4298700" cy="4286700"/>
          </a:xfrm>
          <a:prstGeom prst="diagStripe">
            <a:avLst>
              <a:gd name="adj" fmla="val 0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Google Shape;73;p8">
            <a:extLst>
              <a:ext uri="{FF2B5EF4-FFF2-40B4-BE49-F238E27FC236}">
                <a16:creationId xmlns:a16="http://schemas.microsoft.com/office/drawing/2014/main" id="{513C540F-F44F-412A-8521-5E3E870EA29A}"/>
              </a:ext>
            </a:extLst>
          </p:cNvPr>
          <p:cNvSpPr/>
          <p:nvPr/>
        </p:nvSpPr>
        <p:spPr>
          <a:xfrm rot="1784317">
            <a:off x="10440774" y="401284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74;p8">
            <a:extLst>
              <a:ext uri="{FF2B5EF4-FFF2-40B4-BE49-F238E27FC236}">
                <a16:creationId xmlns:a16="http://schemas.microsoft.com/office/drawing/2014/main" id="{C45E7BC1-D653-4819-848A-5FFC0B09BF7A}"/>
              </a:ext>
            </a:extLst>
          </p:cNvPr>
          <p:cNvSpPr/>
          <p:nvPr/>
        </p:nvSpPr>
        <p:spPr>
          <a:xfrm rot="7184317" flipH="1">
            <a:off x="5343630" y="760605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75;p8">
            <a:extLst>
              <a:ext uri="{FF2B5EF4-FFF2-40B4-BE49-F238E27FC236}">
                <a16:creationId xmlns:a16="http://schemas.microsoft.com/office/drawing/2014/main" id="{F942A00D-3CCF-4A46-B871-B11DEFB90282}"/>
              </a:ext>
            </a:extLst>
          </p:cNvPr>
          <p:cNvSpPr/>
          <p:nvPr/>
        </p:nvSpPr>
        <p:spPr>
          <a:xfrm rot="1784317">
            <a:off x="2141901" y="8941754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76;p8">
            <a:extLst>
              <a:ext uri="{FF2B5EF4-FFF2-40B4-BE49-F238E27FC236}">
                <a16:creationId xmlns:a16="http://schemas.microsoft.com/office/drawing/2014/main" id="{9BC4F587-C8E6-4CF6-AE3C-C6C4B387CEE8}"/>
              </a:ext>
            </a:extLst>
          </p:cNvPr>
          <p:cNvSpPr/>
          <p:nvPr/>
        </p:nvSpPr>
        <p:spPr>
          <a:xfrm rot="7184317" flipH="1">
            <a:off x="4712891" y="8902984"/>
            <a:ext cx="450057" cy="1665414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77;p8">
            <a:extLst>
              <a:ext uri="{FF2B5EF4-FFF2-40B4-BE49-F238E27FC236}">
                <a16:creationId xmlns:a16="http://schemas.microsoft.com/office/drawing/2014/main" id="{E27DD19F-A079-407B-9F5C-4E39B600083E}"/>
              </a:ext>
            </a:extLst>
          </p:cNvPr>
          <p:cNvSpPr/>
          <p:nvPr/>
        </p:nvSpPr>
        <p:spPr>
          <a:xfrm rot="1784317">
            <a:off x="2555038" y="-2132199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79;p8">
            <a:extLst>
              <a:ext uri="{FF2B5EF4-FFF2-40B4-BE49-F238E27FC236}">
                <a16:creationId xmlns:a16="http://schemas.microsoft.com/office/drawing/2014/main" id="{FDFA56D0-204E-4D30-B062-8ABB6DA11247}"/>
              </a:ext>
            </a:extLst>
          </p:cNvPr>
          <p:cNvSpPr/>
          <p:nvPr/>
        </p:nvSpPr>
        <p:spPr>
          <a:xfrm rot="1784317">
            <a:off x="7080142" y="-2439052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80;p8">
            <a:extLst>
              <a:ext uri="{FF2B5EF4-FFF2-40B4-BE49-F238E27FC236}">
                <a16:creationId xmlns:a16="http://schemas.microsoft.com/office/drawing/2014/main" id="{D9BD2C9E-1CDA-4F25-B591-B23FB0ED8375}"/>
              </a:ext>
            </a:extLst>
          </p:cNvPr>
          <p:cNvSpPr/>
          <p:nvPr/>
        </p:nvSpPr>
        <p:spPr>
          <a:xfrm rot="7184317" flipH="1">
            <a:off x="10004487" y="361633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81;p8">
            <a:extLst>
              <a:ext uri="{FF2B5EF4-FFF2-40B4-BE49-F238E27FC236}">
                <a16:creationId xmlns:a16="http://schemas.microsoft.com/office/drawing/2014/main" id="{7E179337-F356-44A3-8541-ABD9994CB612}"/>
              </a:ext>
            </a:extLst>
          </p:cNvPr>
          <p:cNvSpPr/>
          <p:nvPr/>
        </p:nvSpPr>
        <p:spPr>
          <a:xfrm flipH="1">
            <a:off x="4222407" y="6468404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Google Shape;82;p8">
            <a:extLst>
              <a:ext uri="{FF2B5EF4-FFF2-40B4-BE49-F238E27FC236}">
                <a16:creationId xmlns:a16="http://schemas.microsoft.com/office/drawing/2014/main" id="{3A6261DC-625C-4E04-A259-F94AC215BB13}"/>
              </a:ext>
            </a:extLst>
          </p:cNvPr>
          <p:cNvSpPr/>
          <p:nvPr/>
        </p:nvSpPr>
        <p:spPr>
          <a:xfrm rot="1784317">
            <a:off x="4250599" y="-2950602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83;p8">
            <a:extLst>
              <a:ext uri="{FF2B5EF4-FFF2-40B4-BE49-F238E27FC236}">
                <a16:creationId xmlns:a16="http://schemas.microsoft.com/office/drawing/2014/main" id="{68A4E305-65E5-446E-8813-F42F7159436B}"/>
              </a:ext>
            </a:extLst>
          </p:cNvPr>
          <p:cNvSpPr/>
          <p:nvPr/>
        </p:nvSpPr>
        <p:spPr>
          <a:xfrm rot="7184317" flipH="1">
            <a:off x="600499" y="778586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Google Shape;85;p8">
            <a:extLst>
              <a:ext uri="{FF2B5EF4-FFF2-40B4-BE49-F238E27FC236}">
                <a16:creationId xmlns:a16="http://schemas.microsoft.com/office/drawing/2014/main" id="{B3018E1B-CDC4-4C52-8B30-DE873DA335CA}"/>
              </a:ext>
            </a:extLst>
          </p:cNvPr>
          <p:cNvSpPr/>
          <p:nvPr/>
        </p:nvSpPr>
        <p:spPr>
          <a:xfrm rot="7184317" flipV="1">
            <a:off x="-2915773" y="-2667674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Google Shape;86;p8">
            <a:extLst>
              <a:ext uri="{FF2B5EF4-FFF2-40B4-BE49-F238E27FC236}">
                <a16:creationId xmlns:a16="http://schemas.microsoft.com/office/drawing/2014/main" id="{2754A867-A365-46BE-A258-0A7B5E07ABFF}"/>
              </a:ext>
            </a:extLst>
          </p:cNvPr>
          <p:cNvSpPr/>
          <p:nvPr/>
        </p:nvSpPr>
        <p:spPr>
          <a:xfrm rot="16200000">
            <a:off x="1000199" y="-3646930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" name="Google Shape;87;p8">
            <a:extLst>
              <a:ext uri="{FF2B5EF4-FFF2-40B4-BE49-F238E27FC236}">
                <a16:creationId xmlns:a16="http://schemas.microsoft.com/office/drawing/2014/main" id="{F5089585-082F-438E-A1C5-953A7BEA9215}"/>
              </a:ext>
            </a:extLst>
          </p:cNvPr>
          <p:cNvSpPr/>
          <p:nvPr/>
        </p:nvSpPr>
        <p:spPr>
          <a:xfrm flipV="1">
            <a:off x="2496868" y="-5964886"/>
            <a:ext cx="2092819" cy="436414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Google Shape;88;p8">
            <a:extLst>
              <a:ext uri="{FF2B5EF4-FFF2-40B4-BE49-F238E27FC236}">
                <a16:creationId xmlns:a16="http://schemas.microsoft.com/office/drawing/2014/main" id="{DF89D347-8518-4170-8E6D-001BE039FC7C}"/>
              </a:ext>
            </a:extLst>
          </p:cNvPr>
          <p:cNvSpPr/>
          <p:nvPr/>
        </p:nvSpPr>
        <p:spPr>
          <a:xfrm rot="16200000" flipH="1" flipV="1">
            <a:off x="4466757" y="-8092936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37D20A66-BF70-4A18-B9C3-0E8FD755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1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61084F7-D5C3-1602-AC17-82C8C423898E}"/>
              </a:ext>
            </a:extLst>
          </p:cNvPr>
          <p:cNvSpPr txBox="1">
            <a:spLocks/>
          </p:cNvSpPr>
          <p:nvPr/>
        </p:nvSpPr>
        <p:spPr>
          <a:xfrm>
            <a:off x="38868" y="1756242"/>
            <a:ext cx="8835458" cy="525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endParaRPr lang="vi-VN" sz="13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3D0AC11-C829-BB50-F2C9-5062A8BA74ED}"/>
              </a:ext>
            </a:extLst>
          </p:cNvPr>
          <p:cNvSpPr txBox="1">
            <a:spLocks/>
          </p:cNvSpPr>
          <p:nvPr/>
        </p:nvSpPr>
        <p:spPr>
          <a:xfrm>
            <a:off x="38868" y="1997840"/>
            <a:ext cx="8835458" cy="1352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Là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1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dạng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IDS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dựa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trên phương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pháp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“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mồi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” &amp; “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bẫy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”,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tạo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ra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giả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lập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tương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tự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chính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nhằm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chuyển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hướng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tấn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công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của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đối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tượng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vào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giả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lập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này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từ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đó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quan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sát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dấu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vết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và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truy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vết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tấn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công.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07087E-3B35-EF65-9FDB-E1CAA6BD5D4E}"/>
              </a:ext>
            </a:extLst>
          </p:cNvPr>
          <p:cNvSpPr txBox="1"/>
          <p:nvPr/>
        </p:nvSpPr>
        <p:spPr>
          <a:xfrm>
            <a:off x="326091" y="1509324"/>
            <a:ext cx="70664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</a:rPr>
              <a:t>e) </a:t>
            </a:r>
            <a:r>
              <a:rPr lang="vi-VN" sz="1600" dirty="0" err="1">
                <a:solidFill>
                  <a:schemeClr val="bg1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Honeypot</a:t>
            </a:r>
            <a:r>
              <a:rPr lang="vi-VN" sz="1600" dirty="0">
                <a:solidFill>
                  <a:schemeClr val="bg1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1600" dirty="0" err="1">
                <a:solidFill>
                  <a:schemeClr val="bg1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IDS</a:t>
            </a:r>
            <a:endParaRPr lang="en-US" sz="1600" dirty="0">
              <a:solidFill>
                <a:schemeClr val="bg1"/>
              </a:solidFill>
              <a:effectLst/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945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84;p8">
            <a:extLst>
              <a:ext uri="{FF2B5EF4-FFF2-40B4-BE49-F238E27FC236}">
                <a16:creationId xmlns:a16="http://schemas.microsoft.com/office/drawing/2014/main" id="{10062E29-E107-42B2-BD37-A19B02C0DEA2}"/>
              </a:ext>
            </a:extLst>
          </p:cNvPr>
          <p:cNvSpPr/>
          <p:nvPr/>
        </p:nvSpPr>
        <p:spPr>
          <a:xfrm rot="16200000">
            <a:off x="0" y="45921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0145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Google Shape;78;p8">
            <a:extLst>
              <a:ext uri="{FF2B5EF4-FFF2-40B4-BE49-F238E27FC236}">
                <a16:creationId xmlns:a16="http://schemas.microsoft.com/office/drawing/2014/main" id="{39C2AE52-9129-458B-984A-DAC19FAD539D}"/>
              </a:ext>
            </a:extLst>
          </p:cNvPr>
          <p:cNvSpPr/>
          <p:nvPr/>
        </p:nvSpPr>
        <p:spPr>
          <a:xfrm flipH="1">
            <a:off x="193944" y="56041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82C7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B343E3-FFD6-46DE-8CB2-9067E5FEA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IDS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DEA46-255C-4759-AA72-73A4899D5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7422" y="964817"/>
            <a:ext cx="5625254" cy="4638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2.7  </a:t>
            </a:r>
            <a:r>
              <a:rPr lang="vi-VN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Cơ </a:t>
            </a:r>
            <a:r>
              <a:rPr lang="vi-VN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chế</a:t>
            </a:r>
            <a:r>
              <a:rPr lang="vi-VN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hoạt</a:t>
            </a:r>
            <a:r>
              <a:rPr lang="vi-VN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động</a:t>
            </a:r>
            <a:r>
              <a:rPr lang="vi-VN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của</a:t>
            </a:r>
            <a:r>
              <a:rPr lang="vi-VN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IDS</a:t>
            </a:r>
            <a:r>
              <a:rPr lang="vi-VN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/</a:t>
            </a:r>
            <a:r>
              <a:rPr lang="vi-VN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IPS</a:t>
            </a:r>
            <a:endParaRPr lang="en-US" sz="1800" dirty="0">
              <a:effectLst/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Google Shape;71;p8">
            <a:extLst>
              <a:ext uri="{FF2B5EF4-FFF2-40B4-BE49-F238E27FC236}">
                <a16:creationId xmlns:a16="http://schemas.microsoft.com/office/drawing/2014/main" id="{AC360132-CF23-4AF3-AA1B-594FA3436B3C}"/>
              </a:ext>
            </a:extLst>
          </p:cNvPr>
          <p:cNvSpPr/>
          <p:nvPr/>
        </p:nvSpPr>
        <p:spPr>
          <a:xfrm rot="5400000">
            <a:off x="4138226" y="8056903"/>
            <a:ext cx="4734600" cy="4737600"/>
          </a:xfrm>
          <a:prstGeom prst="diagStripe">
            <a:avLst>
              <a:gd name="adj" fmla="val 49469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Google Shape;72;p8">
            <a:extLst>
              <a:ext uri="{FF2B5EF4-FFF2-40B4-BE49-F238E27FC236}">
                <a16:creationId xmlns:a16="http://schemas.microsoft.com/office/drawing/2014/main" id="{1CE4C4B5-9755-4FE2-8A2D-DE2E1F23C589}"/>
              </a:ext>
            </a:extLst>
          </p:cNvPr>
          <p:cNvSpPr/>
          <p:nvPr/>
        </p:nvSpPr>
        <p:spPr>
          <a:xfrm rot="5400000">
            <a:off x="2414309" y="6983890"/>
            <a:ext cx="4298700" cy="4286700"/>
          </a:xfrm>
          <a:prstGeom prst="diagStripe">
            <a:avLst>
              <a:gd name="adj" fmla="val 0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Google Shape;73;p8">
            <a:extLst>
              <a:ext uri="{FF2B5EF4-FFF2-40B4-BE49-F238E27FC236}">
                <a16:creationId xmlns:a16="http://schemas.microsoft.com/office/drawing/2014/main" id="{513C540F-F44F-412A-8521-5E3E870EA29A}"/>
              </a:ext>
            </a:extLst>
          </p:cNvPr>
          <p:cNvSpPr/>
          <p:nvPr/>
        </p:nvSpPr>
        <p:spPr>
          <a:xfrm rot="1784317">
            <a:off x="10440774" y="401284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74;p8">
            <a:extLst>
              <a:ext uri="{FF2B5EF4-FFF2-40B4-BE49-F238E27FC236}">
                <a16:creationId xmlns:a16="http://schemas.microsoft.com/office/drawing/2014/main" id="{C45E7BC1-D653-4819-848A-5FFC0B09BF7A}"/>
              </a:ext>
            </a:extLst>
          </p:cNvPr>
          <p:cNvSpPr/>
          <p:nvPr/>
        </p:nvSpPr>
        <p:spPr>
          <a:xfrm rot="7184317" flipH="1">
            <a:off x="5343630" y="760605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75;p8">
            <a:extLst>
              <a:ext uri="{FF2B5EF4-FFF2-40B4-BE49-F238E27FC236}">
                <a16:creationId xmlns:a16="http://schemas.microsoft.com/office/drawing/2014/main" id="{F942A00D-3CCF-4A46-B871-B11DEFB90282}"/>
              </a:ext>
            </a:extLst>
          </p:cNvPr>
          <p:cNvSpPr/>
          <p:nvPr/>
        </p:nvSpPr>
        <p:spPr>
          <a:xfrm rot="1784317">
            <a:off x="2141901" y="8941754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76;p8">
            <a:extLst>
              <a:ext uri="{FF2B5EF4-FFF2-40B4-BE49-F238E27FC236}">
                <a16:creationId xmlns:a16="http://schemas.microsoft.com/office/drawing/2014/main" id="{9BC4F587-C8E6-4CF6-AE3C-C6C4B387CEE8}"/>
              </a:ext>
            </a:extLst>
          </p:cNvPr>
          <p:cNvSpPr/>
          <p:nvPr/>
        </p:nvSpPr>
        <p:spPr>
          <a:xfrm rot="7184317" flipH="1">
            <a:off x="4712891" y="8902984"/>
            <a:ext cx="450057" cy="1665414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77;p8">
            <a:extLst>
              <a:ext uri="{FF2B5EF4-FFF2-40B4-BE49-F238E27FC236}">
                <a16:creationId xmlns:a16="http://schemas.microsoft.com/office/drawing/2014/main" id="{E27DD19F-A079-407B-9F5C-4E39B600083E}"/>
              </a:ext>
            </a:extLst>
          </p:cNvPr>
          <p:cNvSpPr/>
          <p:nvPr/>
        </p:nvSpPr>
        <p:spPr>
          <a:xfrm rot="1784317">
            <a:off x="2555038" y="-2132199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79;p8">
            <a:extLst>
              <a:ext uri="{FF2B5EF4-FFF2-40B4-BE49-F238E27FC236}">
                <a16:creationId xmlns:a16="http://schemas.microsoft.com/office/drawing/2014/main" id="{FDFA56D0-204E-4D30-B062-8ABB6DA11247}"/>
              </a:ext>
            </a:extLst>
          </p:cNvPr>
          <p:cNvSpPr/>
          <p:nvPr/>
        </p:nvSpPr>
        <p:spPr>
          <a:xfrm rot="1784317">
            <a:off x="7080142" y="-2439052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80;p8">
            <a:extLst>
              <a:ext uri="{FF2B5EF4-FFF2-40B4-BE49-F238E27FC236}">
                <a16:creationId xmlns:a16="http://schemas.microsoft.com/office/drawing/2014/main" id="{D9BD2C9E-1CDA-4F25-B591-B23FB0ED8375}"/>
              </a:ext>
            </a:extLst>
          </p:cNvPr>
          <p:cNvSpPr/>
          <p:nvPr/>
        </p:nvSpPr>
        <p:spPr>
          <a:xfrm rot="7184317" flipH="1">
            <a:off x="10004487" y="361633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81;p8">
            <a:extLst>
              <a:ext uri="{FF2B5EF4-FFF2-40B4-BE49-F238E27FC236}">
                <a16:creationId xmlns:a16="http://schemas.microsoft.com/office/drawing/2014/main" id="{7E179337-F356-44A3-8541-ABD9994CB612}"/>
              </a:ext>
            </a:extLst>
          </p:cNvPr>
          <p:cNvSpPr/>
          <p:nvPr/>
        </p:nvSpPr>
        <p:spPr>
          <a:xfrm flipH="1">
            <a:off x="4222407" y="6468404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Google Shape;82;p8">
            <a:extLst>
              <a:ext uri="{FF2B5EF4-FFF2-40B4-BE49-F238E27FC236}">
                <a16:creationId xmlns:a16="http://schemas.microsoft.com/office/drawing/2014/main" id="{3A6261DC-625C-4E04-A259-F94AC215BB13}"/>
              </a:ext>
            </a:extLst>
          </p:cNvPr>
          <p:cNvSpPr/>
          <p:nvPr/>
        </p:nvSpPr>
        <p:spPr>
          <a:xfrm rot="1784317">
            <a:off x="4250599" y="-2950602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83;p8">
            <a:extLst>
              <a:ext uri="{FF2B5EF4-FFF2-40B4-BE49-F238E27FC236}">
                <a16:creationId xmlns:a16="http://schemas.microsoft.com/office/drawing/2014/main" id="{68A4E305-65E5-446E-8813-F42F7159436B}"/>
              </a:ext>
            </a:extLst>
          </p:cNvPr>
          <p:cNvSpPr/>
          <p:nvPr/>
        </p:nvSpPr>
        <p:spPr>
          <a:xfrm rot="7184317" flipH="1">
            <a:off x="600499" y="778586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Google Shape;85;p8">
            <a:extLst>
              <a:ext uri="{FF2B5EF4-FFF2-40B4-BE49-F238E27FC236}">
                <a16:creationId xmlns:a16="http://schemas.microsoft.com/office/drawing/2014/main" id="{B3018E1B-CDC4-4C52-8B30-DE873DA335CA}"/>
              </a:ext>
            </a:extLst>
          </p:cNvPr>
          <p:cNvSpPr/>
          <p:nvPr/>
        </p:nvSpPr>
        <p:spPr>
          <a:xfrm rot="7184317" flipV="1">
            <a:off x="-2915773" y="-2667674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Google Shape;86;p8">
            <a:extLst>
              <a:ext uri="{FF2B5EF4-FFF2-40B4-BE49-F238E27FC236}">
                <a16:creationId xmlns:a16="http://schemas.microsoft.com/office/drawing/2014/main" id="{2754A867-A365-46BE-A258-0A7B5E07ABFF}"/>
              </a:ext>
            </a:extLst>
          </p:cNvPr>
          <p:cNvSpPr/>
          <p:nvPr/>
        </p:nvSpPr>
        <p:spPr>
          <a:xfrm rot="16200000">
            <a:off x="1000199" y="-3646930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" name="Google Shape;87;p8">
            <a:extLst>
              <a:ext uri="{FF2B5EF4-FFF2-40B4-BE49-F238E27FC236}">
                <a16:creationId xmlns:a16="http://schemas.microsoft.com/office/drawing/2014/main" id="{F5089585-082F-438E-A1C5-953A7BEA9215}"/>
              </a:ext>
            </a:extLst>
          </p:cNvPr>
          <p:cNvSpPr/>
          <p:nvPr/>
        </p:nvSpPr>
        <p:spPr>
          <a:xfrm flipV="1">
            <a:off x="2496868" y="-5964886"/>
            <a:ext cx="2092819" cy="436414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Google Shape;88;p8">
            <a:extLst>
              <a:ext uri="{FF2B5EF4-FFF2-40B4-BE49-F238E27FC236}">
                <a16:creationId xmlns:a16="http://schemas.microsoft.com/office/drawing/2014/main" id="{DF89D347-8518-4170-8E6D-001BE039FC7C}"/>
              </a:ext>
            </a:extLst>
          </p:cNvPr>
          <p:cNvSpPr/>
          <p:nvPr/>
        </p:nvSpPr>
        <p:spPr>
          <a:xfrm rot="16200000" flipH="1" flipV="1">
            <a:off x="4466757" y="-8092936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37D20A66-BF70-4A18-B9C3-0E8FD755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1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61084F7-D5C3-1602-AC17-82C8C423898E}"/>
              </a:ext>
            </a:extLst>
          </p:cNvPr>
          <p:cNvSpPr txBox="1">
            <a:spLocks/>
          </p:cNvSpPr>
          <p:nvPr/>
        </p:nvSpPr>
        <p:spPr>
          <a:xfrm>
            <a:off x="38868" y="1756242"/>
            <a:ext cx="8835458" cy="525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endParaRPr lang="vi-VN" sz="13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BFABEA-AF51-F4A8-193C-8868AA4AE912}"/>
              </a:ext>
            </a:extLst>
          </p:cNvPr>
          <p:cNvSpPr/>
          <p:nvPr/>
        </p:nvSpPr>
        <p:spPr>
          <a:xfrm>
            <a:off x="-1465729" y="1666029"/>
            <a:ext cx="1266712" cy="1946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2.7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07087E-3B35-EF65-9FDB-E1CAA6BD5D4E}"/>
              </a:ext>
            </a:extLst>
          </p:cNvPr>
          <p:cNvSpPr txBox="1"/>
          <p:nvPr/>
        </p:nvSpPr>
        <p:spPr>
          <a:xfrm>
            <a:off x="603512" y="1648216"/>
            <a:ext cx="7066428" cy="1158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1600" dirty="0" err="1">
                <a:solidFill>
                  <a:schemeClr val="bg1"/>
                </a:solidFill>
                <a:latin typeface="Montserrat" panose="00000500000000000000" pitchFamily="2" charset="0"/>
              </a:rPr>
              <a:t>Có</a:t>
            </a:r>
            <a:r>
              <a:rPr lang="vi-VN" sz="1600" dirty="0">
                <a:solidFill>
                  <a:schemeClr val="bg1"/>
                </a:solidFill>
                <a:latin typeface="Montserrat" panose="00000500000000000000" pitchFamily="2" charset="0"/>
              </a:rPr>
              <a:t> hai </a:t>
            </a:r>
            <a:r>
              <a:rPr lang="vi-VN" sz="1600" dirty="0" err="1">
                <a:solidFill>
                  <a:schemeClr val="bg1"/>
                </a:solidFill>
                <a:latin typeface="Montserrat" panose="00000500000000000000" pitchFamily="2" charset="0"/>
              </a:rPr>
              <a:t>cách</a:t>
            </a:r>
            <a:r>
              <a:rPr lang="vi-VN" sz="16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vi-VN" sz="1600" dirty="0" err="1">
                <a:solidFill>
                  <a:schemeClr val="bg1"/>
                </a:solidFill>
                <a:latin typeface="Montserrat" panose="00000500000000000000" pitchFamily="2" charset="0"/>
              </a:rPr>
              <a:t>tiếp</a:t>
            </a:r>
            <a:r>
              <a:rPr lang="vi-VN" sz="16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vi-VN" sz="1600" dirty="0" err="1">
                <a:solidFill>
                  <a:schemeClr val="bg1"/>
                </a:solidFill>
                <a:latin typeface="Montserrat" panose="00000500000000000000" pitchFamily="2" charset="0"/>
              </a:rPr>
              <a:t>cận</a:t>
            </a:r>
            <a:r>
              <a:rPr lang="vi-VN" sz="1600" dirty="0">
                <a:solidFill>
                  <a:schemeClr val="bg1"/>
                </a:solidFill>
                <a:latin typeface="Montserrat" panose="00000500000000000000" pitchFamily="2" charset="0"/>
              </a:rPr>
              <a:t> cơ </a:t>
            </a:r>
            <a:r>
              <a:rPr lang="vi-VN" sz="1600" dirty="0" err="1">
                <a:solidFill>
                  <a:schemeClr val="bg1"/>
                </a:solidFill>
                <a:latin typeface="Montserrat" panose="00000500000000000000" pitchFamily="2" charset="0"/>
              </a:rPr>
              <a:t>bản</a:t>
            </a:r>
            <a:r>
              <a:rPr lang="vi-VN" sz="16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vi-VN" sz="1600" dirty="0" err="1">
                <a:solidFill>
                  <a:schemeClr val="bg1"/>
                </a:solidFill>
                <a:latin typeface="Montserrat" panose="00000500000000000000" pitchFamily="2" charset="0"/>
              </a:rPr>
              <a:t>là</a:t>
            </a:r>
            <a:r>
              <a:rPr lang="vi-VN" sz="1600" dirty="0">
                <a:solidFill>
                  <a:schemeClr val="bg1"/>
                </a:solidFill>
                <a:latin typeface="Montserrat" panose="00000500000000000000" pitchFamily="2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vi-VN" sz="1600" dirty="0">
                <a:solidFill>
                  <a:schemeClr val="bg1"/>
                </a:solidFill>
                <a:latin typeface="Montserrat" panose="00000500000000000000" pitchFamily="2" charset="0"/>
              </a:rPr>
              <a:t>•	</a:t>
            </a:r>
            <a:r>
              <a:rPr lang="vi-VN" sz="1600" dirty="0" err="1">
                <a:solidFill>
                  <a:schemeClr val="bg1"/>
                </a:solidFill>
                <a:latin typeface="Montserrat" panose="00000500000000000000" pitchFamily="2" charset="0"/>
              </a:rPr>
              <a:t>Phát</a:t>
            </a:r>
            <a:r>
              <a:rPr lang="vi-VN" sz="16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vi-VN" sz="1600" dirty="0" err="1">
                <a:solidFill>
                  <a:schemeClr val="bg1"/>
                </a:solidFill>
                <a:latin typeface="Montserrat" panose="00000500000000000000" pitchFamily="2" charset="0"/>
              </a:rPr>
              <a:t>hiện</a:t>
            </a:r>
            <a:r>
              <a:rPr lang="vi-VN" sz="16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vi-VN" sz="1600" dirty="0" err="1">
                <a:solidFill>
                  <a:schemeClr val="bg1"/>
                </a:solidFill>
                <a:latin typeface="Montserrat" panose="00000500000000000000" pitchFamily="2" charset="0"/>
              </a:rPr>
              <a:t>sự</a:t>
            </a:r>
            <a:r>
              <a:rPr lang="vi-VN" sz="16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vi-VN" sz="1600" dirty="0" err="1">
                <a:solidFill>
                  <a:schemeClr val="bg1"/>
                </a:solidFill>
                <a:latin typeface="Montserrat" panose="00000500000000000000" pitchFamily="2" charset="0"/>
              </a:rPr>
              <a:t>lạm</a:t>
            </a:r>
            <a:r>
              <a:rPr lang="vi-VN" sz="16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vi-VN" sz="1600" dirty="0" err="1">
                <a:solidFill>
                  <a:schemeClr val="bg1"/>
                </a:solidFill>
                <a:latin typeface="Montserrat" panose="00000500000000000000" pitchFamily="2" charset="0"/>
              </a:rPr>
              <a:t>dụng</a:t>
            </a:r>
            <a:r>
              <a:rPr lang="vi-VN" sz="1600" dirty="0">
                <a:solidFill>
                  <a:schemeClr val="bg1"/>
                </a:solidFill>
                <a:latin typeface="Montserrat" panose="00000500000000000000" pitchFamily="2" charset="0"/>
              </a:rPr>
              <a:t> ( </a:t>
            </a:r>
            <a:r>
              <a:rPr lang="vi-VN" sz="1600" dirty="0" err="1">
                <a:solidFill>
                  <a:schemeClr val="bg1"/>
                </a:solidFill>
                <a:latin typeface="Montserrat" panose="00000500000000000000" pitchFamily="2" charset="0"/>
              </a:rPr>
              <a:t>Misuse</a:t>
            </a:r>
            <a:r>
              <a:rPr lang="vi-VN" sz="16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vi-VN" sz="1600" dirty="0" err="1">
                <a:solidFill>
                  <a:schemeClr val="bg1"/>
                </a:solidFill>
                <a:latin typeface="Montserrat" panose="00000500000000000000" pitchFamily="2" charset="0"/>
              </a:rPr>
              <a:t>Detection</a:t>
            </a:r>
            <a:r>
              <a:rPr lang="vi-VN" sz="16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vi-VN" sz="1600" dirty="0" err="1">
                <a:solidFill>
                  <a:schemeClr val="bg1"/>
                </a:solidFill>
                <a:latin typeface="Montserrat" panose="00000500000000000000" pitchFamily="2" charset="0"/>
              </a:rPr>
              <a:t>Model</a:t>
            </a:r>
            <a:r>
              <a:rPr lang="vi-VN" sz="1600" dirty="0">
                <a:solidFill>
                  <a:schemeClr val="bg1"/>
                </a:solidFill>
                <a:latin typeface="Montserrat" panose="00000500000000000000" pitchFamily="2" charset="0"/>
              </a:rPr>
              <a:t>).</a:t>
            </a:r>
          </a:p>
          <a:p>
            <a:pPr>
              <a:lnSpc>
                <a:spcPct val="150000"/>
              </a:lnSpc>
            </a:pPr>
            <a:r>
              <a:rPr lang="vi-VN" sz="1600" dirty="0">
                <a:solidFill>
                  <a:schemeClr val="bg1"/>
                </a:solidFill>
                <a:latin typeface="Montserrat" panose="00000500000000000000" pitchFamily="2" charset="0"/>
              </a:rPr>
              <a:t>•	</a:t>
            </a:r>
            <a:r>
              <a:rPr lang="vi-VN" sz="1600" dirty="0" err="1">
                <a:solidFill>
                  <a:schemeClr val="bg1"/>
                </a:solidFill>
                <a:latin typeface="Montserrat" panose="00000500000000000000" pitchFamily="2" charset="0"/>
              </a:rPr>
              <a:t>Phát</a:t>
            </a:r>
            <a:r>
              <a:rPr lang="vi-VN" sz="16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vi-VN" sz="1600" dirty="0" err="1">
                <a:solidFill>
                  <a:schemeClr val="bg1"/>
                </a:solidFill>
                <a:latin typeface="Montserrat" panose="00000500000000000000" pitchFamily="2" charset="0"/>
              </a:rPr>
              <a:t>hiện</a:t>
            </a:r>
            <a:r>
              <a:rPr lang="vi-VN" sz="16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vi-VN" sz="1600" dirty="0" err="1">
                <a:solidFill>
                  <a:schemeClr val="bg1"/>
                </a:solidFill>
                <a:latin typeface="Montserrat" panose="00000500000000000000" pitchFamily="2" charset="0"/>
              </a:rPr>
              <a:t>sự</a:t>
            </a:r>
            <a:r>
              <a:rPr lang="vi-VN" sz="16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vi-VN" sz="1600" dirty="0" err="1">
                <a:solidFill>
                  <a:schemeClr val="bg1"/>
                </a:solidFill>
                <a:latin typeface="Montserrat" panose="00000500000000000000" pitchFamily="2" charset="0"/>
              </a:rPr>
              <a:t>bất</a:t>
            </a:r>
            <a:r>
              <a:rPr lang="vi-VN" sz="16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vi-VN" sz="1600" dirty="0" err="1">
                <a:solidFill>
                  <a:schemeClr val="bg1"/>
                </a:solidFill>
                <a:latin typeface="Montserrat" panose="00000500000000000000" pitchFamily="2" charset="0"/>
              </a:rPr>
              <a:t>thường</a:t>
            </a:r>
            <a:r>
              <a:rPr lang="vi-VN" sz="1600" dirty="0">
                <a:solidFill>
                  <a:schemeClr val="bg1"/>
                </a:solidFill>
                <a:latin typeface="Montserrat" panose="00000500000000000000" pitchFamily="2" charset="0"/>
              </a:rPr>
              <a:t> ( </a:t>
            </a:r>
            <a:r>
              <a:rPr lang="vi-VN" sz="1600" dirty="0" err="1">
                <a:solidFill>
                  <a:schemeClr val="bg1"/>
                </a:solidFill>
                <a:latin typeface="Montserrat" panose="00000500000000000000" pitchFamily="2" charset="0"/>
              </a:rPr>
              <a:t>Anomaly</a:t>
            </a:r>
            <a:r>
              <a:rPr lang="vi-VN" sz="16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vi-VN" sz="1600" dirty="0" err="1">
                <a:solidFill>
                  <a:schemeClr val="bg1"/>
                </a:solidFill>
                <a:latin typeface="Montserrat" panose="00000500000000000000" pitchFamily="2" charset="0"/>
              </a:rPr>
              <a:t>Detection</a:t>
            </a:r>
            <a:r>
              <a:rPr lang="vi-VN" sz="16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vi-VN" sz="1600" dirty="0" err="1">
                <a:solidFill>
                  <a:schemeClr val="bg1"/>
                </a:solidFill>
                <a:latin typeface="Montserrat" panose="00000500000000000000" pitchFamily="2" charset="0"/>
              </a:rPr>
              <a:t>Model</a:t>
            </a:r>
            <a:r>
              <a:rPr lang="vi-VN" sz="1600" dirty="0">
                <a:solidFill>
                  <a:schemeClr val="bg1"/>
                </a:solidFill>
                <a:latin typeface="Montserrat" panose="00000500000000000000" pitchFamily="2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0244725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DFBB55-C5EA-4FED-A312-62BF8F49F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242" y="324360"/>
            <a:ext cx="5101848" cy="3649980"/>
          </a:xfrm>
        </p:spPr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IDS SNORT </a:t>
            </a:r>
            <a:br>
              <a:rPr lang="en-US" dirty="0"/>
            </a:br>
            <a:endParaRPr lang="en-US" dirty="0"/>
          </a:p>
        </p:txBody>
      </p:sp>
      <p:sp>
        <p:nvSpPr>
          <p:cNvPr id="100" name="Google Shape;71;p8">
            <a:extLst>
              <a:ext uri="{FF2B5EF4-FFF2-40B4-BE49-F238E27FC236}">
                <a16:creationId xmlns:a16="http://schemas.microsoft.com/office/drawing/2014/main" id="{A74D2F9F-51B7-49A7-B8A0-1F13977D6B29}"/>
              </a:ext>
            </a:extLst>
          </p:cNvPr>
          <p:cNvSpPr/>
          <p:nvPr/>
        </p:nvSpPr>
        <p:spPr>
          <a:xfrm rot="5400000">
            <a:off x="4407900" y="-1500"/>
            <a:ext cx="4734600" cy="4737600"/>
          </a:xfrm>
          <a:prstGeom prst="diagStripe">
            <a:avLst>
              <a:gd name="adj" fmla="val 49469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1" name="Google Shape;72;p8">
            <a:extLst>
              <a:ext uri="{FF2B5EF4-FFF2-40B4-BE49-F238E27FC236}">
                <a16:creationId xmlns:a16="http://schemas.microsoft.com/office/drawing/2014/main" id="{C8614174-D816-48C5-8D98-F64D2C04B4B9}"/>
              </a:ext>
            </a:extLst>
          </p:cNvPr>
          <p:cNvSpPr/>
          <p:nvPr/>
        </p:nvSpPr>
        <p:spPr>
          <a:xfrm rot="5400000">
            <a:off x="4840825" y="6000"/>
            <a:ext cx="4298700" cy="4286700"/>
          </a:xfrm>
          <a:prstGeom prst="diagStripe">
            <a:avLst>
              <a:gd name="adj" fmla="val 0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2" name="Google Shape;73;p8">
            <a:extLst>
              <a:ext uri="{FF2B5EF4-FFF2-40B4-BE49-F238E27FC236}">
                <a16:creationId xmlns:a16="http://schemas.microsoft.com/office/drawing/2014/main" id="{C6A20AAB-7572-4734-B51A-E7F4CCF2AF95}"/>
              </a:ext>
            </a:extLst>
          </p:cNvPr>
          <p:cNvSpPr/>
          <p:nvPr/>
        </p:nvSpPr>
        <p:spPr>
          <a:xfrm rot="16200000">
            <a:off x="5618399" y="123664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3" name="Google Shape;74;p8">
            <a:extLst>
              <a:ext uri="{FF2B5EF4-FFF2-40B4-BE49-F238E27FC236}">
                <a16:creationId xmlns:a16="http://schemas.microsoft.com/office/drawing/2014/main" id="{8B180616-A468-4B60-B2F3-ACEA3C59CB7C}"/>
              </a:ext>
            </a:extLst>
          </p:cNvPr>
          <p:cNvSpPr/>
          <p:nvPr/>
        </p:nvSpPr>
        <p:spPr>
          <a:xfrm flipH="1">
            <a:off x="5849857" y="144407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4" name="Google Shape;75;p8">
            <a:extLst>
              <a:ext uri="{FF2B5EF4-FFF2-40B4-BE49-F238E27FC236}">
                <a16:creationId xmlns:a16="http://schemas.microsoft.com/office/drawing/2014/main" id="{71B4E9C9-0422-4A37-9532-C8AF6962C3A9}"/>
              </a:ext>
            </a:extLst>
          </p:cNvPr>
          <p:cNvSpPr/>
          <p:nvPr/>
        </p:nvSpPr>
        <p:spPr>
          <a:xfrm rot="16200000">
            <a:off x="5987081" y="2469743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5" name="Google Shape;76;p8">
            <a:extLst>
              <a:ext uri="{FF2B5EF4-FFF2-40B4-BE49-F238E27FC236}">
                <a16:creationId xmlns:a16="http://schemas.microsoft.com/office/drawing/2014/main" id="{F6EAAA07-32FD-4FE4-9F34-F0CFCEE38F13}"/>
              </a:ext>
            </a:extLst>
          </p:cNvPr>
          <p:cNvSpPr/>
          <p:nvPr/>
        </p:nvSpPr>
        <p:spPr>
          <a:xfrm flipH="1">
            <a:off x="6222115" y="267717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6" name="Google Shape;77;p8">
            <a:extLst>
              <a:ext uri="{FF2B5EF4-FFF2-40B4-BE49-F238E27FC236}">
                <a16:creationId xmlns:a16="http://schemas.microsoft.com/office/drawing/2014/main" id="{05042B2D-E7C5-41F2-BB2D-6A43E7E51AFA}"/>
              </a:ext>
            </a:extLst>
          </p:cNvPr>
          <p:cNvSpPr/>
          <p:nvPr/>
        </p:nvSpPr>
        <p:spPr>
          <a:xfrm rot="16200000">
            <a:off x="6675341" y="1862244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8" name="Google Shape;79;p8">
            <a:extLst>
              <a:ext uri="{FF2B5EF4-FFF2-40B4-BE49-F238E27FC236}">
                <a16:creationId xmlns:a16="http://schemas.microsoft.com/office/drawing/2014/main" id="{4C8ABCD2-8E41-4A4E-9B62-3E6A107EE5E5}"/>
              </a:ext>
            </a:extLst>
          </p:cNvPr>
          <p:cNvSpPr/>
          <p:nvPr/>
        </p:nvSpPr>
        <p:spPr>
          <a:xfrm rot="16200000">
            <a:off x="6861141" y="247808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9" name="Google Shape;80;p8">
            <a:extLst>
              <a:ext uri="{FF2B5EF4-FFF2-40B4-BE49-F238E27FC236}">
                <a16:creationId xmlns:a16="http://schemas.microsoft.com/office/drawing/2014/main" id="{43A282AB-2A66-4664-9233-DF2AB76CF8EA}"/>
              </a:ext>
            </a:extLst>
          </p:cNvPr>
          <p:cNvSpPr/>
          <p:nvPr/>
        </p:nvSpPr>
        <p:spPr>
          <a:xfrm flipH="1">
            <a:off x="7965266" y="269319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0" name="Google Shape;81;p8">
            <a:extLst>
              <a:ext uri="{FF2B5EF4-FFF2-40B4-BE49-F238E27FC236}">
                <a16:creationId xmlns:a16="http://schemas.microsoft.com/office/drawing/2014/main" id="{699F01A5-86E2-4BB7-8F6F-6CA9D8F55C7F}"/>
              </a:ext>
            </a:extLst>
          </p:cNvPr>
          <p:cNvSpPr/>
          <p:nvPr/>
        </p:nvSpPr>
        <p:spPr>
          <a:xfrm flipH="1">
            <a:off x="8145082" y="330903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1" name="Google Shape;82;p8">
            <a:extLst>
              <a:ext uri="{FF2B5EF4-FFF2-40B4-BE49-F238E27FC236}">
                <a16:creationId xmlns:a16="http://schemas.microsoft.com/office/drawing/2014/main" id="{3D0066C0-3FD0-44B0-B641-4FD073EC750D}"/>
              </a:ext>
            </a:extLst>
          </p:cNvPr>
          <p:cNvSpPr/>
          <p:nvPr/>
        </p:nvSpPr>
        <p:spPr>
          <a:xfrm rot="16200000">
            <a:off x="7047599" y="3095345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2" name="Google Shape;83;p8">
            <a:extLst>
              <a:ext uri="{FF2B5EF4-FFF2-40B4-BE49-F238E27FC236}">
                <a16:creationId xmlns:a16="http://schemas.microsoft.com/office/drawing/2014/main" id="{6AAF729D-7BF9-4D44-841E-0A2ED043F2BD}"/>
              </a:ext>
            </a:extLst>
          </p:cNvPr>
          <p:cNvSpPr/>
          <p:nvPr/>
        </p:nvSpPr>
        <p:spPr>
          <a:xfrm flipH="1">
            <a:off x="7276649" y="330278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3" name="Google Shape;84;p8">
            <a:extLst>
              <a:ext uri="{FF2B5EF4-FFF2-40B4-BE49-F238E27FC236}">
                <a16:creationId xmlns:a16="http://schemas.microsoft.com/office/drawing/2014/main" id="{2A587CCD-4792-4A42-8081-B670A46497F1}"/>
              </a:ext>
            </a:extLst>
          </p:cNvPr>
          <p:cNvSpPr/>
          <p:nvPr/>
        </p:nvSpPr>
        <p:spPr>
          <a:xfrm rot="16200000">
            <a:off x="7227414" y="371118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0145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4" name="Google Shape;85;p8">
            <a:extLst>
              <a:ext uri="{FF2B5EF4-FFF2-40B4-BE49-F238E27FC236}">
                <a16:creationId xmlns:a16="http://schemas.microsoft.com/office/drawing/2014/main" id="{EF2B95D2-22B4-431F-81CC-7A4135606326}"/>
              </a:ext>
            </a:extLst>
          </p:cNvPr>
          <p:cNvSpPr/>
          <p:nvPr/>
        </p:nvSpPr>
        <p:spPr>
          <a:xfrm flipH="1">
            <a:off x="7462448" y="3918625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5" name="Google Shape;86;p8">
            <a:extLst>
              <a:ext uri="{FF2B5EF4-FFF2-40B4-BE49-F238E27FC236}">
                <a16:creationId xmlns:a16="http://schemas.microsoft.com/office/drawing/2014/main" id="{E70AC1A1-3F84-4DF4-B8DE-7043B8F58946}"/>
              </a:ext>
            </a:extLst>
          </p:cNvPr>
          <p:cNvSpPr/>
          <p:nvPr/>
        </p:nvSpPr>
        <p:spPr>
          <a:xfrm rot="16200000">
            <a:off x="8102491" y="371885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6" name="Google Shape;87;p8">
            <a:extLst>
              <a:ext uri="{FF2B5EF4-FFF2-40B4-BE49-F238E27FC236}">
                <a16:creationId xmlns:a16="http://schemas.microsoft.com/office/drawing/2014/main" id="{A92167D1-51CD-4FA8-8D55-C564B1A5191F}"/>
              </a:ext>
            </a:extLst>
          </p:cNvPr>
          <p:cNvSpPr/>
          <p:nvPr/>
        </p:nvSpPr>
        <p:spPr>
          <a:xfrm flipH="1">
            <a:off x="8334533" y="3926292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7" name="Google Shape;88;p8">
            <a:extLst>
              <a:ext uri="{FF2B5EF4-FFF2-40B4-BE49-F238E27FC236}">
                <a16:creationId xmlns:a16="http://schemas.microsoft.com/office/drawing/2014/main" id="{0F2A4BB4-14CF-4950-8227-EEA86A45535E}"/>
              </a:ext>
            </a:extLst>
          </p:cNvPr>
          <p:cNvSpPr/>
          <p:nvPr/>
        </p:nvSpPr>
        <p:spPr>
          <a:xfrm rot="16200000">
            <a:off x="8288290" y="4334700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EEDBDB-2EC6-ABFC-22DD-621716CA7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38" y="1830808"/>
            <a:ext cx="4972888" cy="271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945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84;p8">
            <a:extLst>
              <a:ext uri="{FF2B5EF4-FFF2-40B4-BE49-F238E27FC236}">
                <a16:creationId xmlns:a16="http://schemas.microsoft.com/office/drawing/2014/main" id="{10062E29-E107-42B2-BD37-A19B02C0DEA2}"/>
              </a:ext>
            </a:extLst>
          </p:cNvPr>
          <p:cNvSpPr/>
          <p:nvPr/>
        </p:nvSpPr>
        <p:spPr>
          <a:xfrm rot="16200000">
            <a:off x="0" y="45921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0145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Google Shape;78;p8">
            <a:extLst>
              <a:ext uri="{FF2B5EF4-FFF2-40B4-BE49-F238E27FC236}">
                <a16:creationId xmlns:a16="http://schemas.microsoft.com/office/drawing/2014/main" id="{39C2AE52-9129-458B-984A-DAC19FAD539D}"/>
              </a:ext>
            </a:extLst>
          </p:cNvPr>
          <p:cNvSpPr/>
          <p:nvPr/>
        </p:nvSpPr>
        <p:spPr>
          <a:xfrm flipH="1">
            <a:off x="193944" y="56041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82C7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B343E3-FFD6-46DE-8CB2-9067E5FEA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IDS SNORT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DEA46-255C-4759-AA72-73A4899D5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7423" y="964818"/>
            <a:ext cx="3886200" cy="349358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3</a:t>
            </a:r>
            <a:r>
              <a:rPr lang="en-US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.1 </a:t>
            </a:r>
            <a:r>
              <a:rPr lang="en-US" sz="18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Giới</a:t>
            </a:r>
            <a:r>
              <a:rPr lang="en-US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thiệu</a:t>
            </a:r>
            <a:r>
              <a:rPr lang="en-US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về</a:t>
            </a:r>
            <a:r>
              <a:rPr lang="en-US" sz="1800" b="1" dirty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 Snort</a:t>
            </a:r>
            <a:endParaRPr lang="en-US" b="1" dirty="0">
              <a:latin typeface="Montserrat" panose="00000500000000000000" pitchFamily="2" charset="0"/>
            </a:endParaRPr>
          </a:p>
        </p:txBody>
      </p:sp>
      <p:sp>
        <p:nvSpPr>
          <p:cNvPr id="18" name="Google Shape;71;p8">
            <a:extLst>
              <a:ext uri="{FF2B5EF4-FFF2-40B4-BE49-F238E27FC236}">
                <a16:creationId xmlns:a16="http://schemas.microsoft.com/office/drawing/2014/main" id="{AC360132-CF23-4AF3-AA1B-594FA3436B3C}"/>
              </a:ext>
            </a:extLst>
          </p:cNvPr>
          <p:cNvSpPr/>
          <p:nvPr/>
        </p:nvSpPr>
        <p:spPr>
          <a:xfrm rot="5400000">
            <a:off x="4138226" y="8056903"/>
            <a:ext cx="4734600" cy="4737600"/>
          </a:xfrm>
          <a:prstGeom prst="diagStripe">
            <a:avLst>
              <a:gd name="adj" fmla="val 49469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Google Shape;72;p8">
            <a:extLst>
              <a:ext uri="{FF2B5EF4-FFF2-40B4-BE49-F238E27FC236}">
                <a16:creationId xmlns:a16="http://schemas.microsoft.com/office/drawing/2014/main" id="{1CE4C4B5-9755-4FE2-8A2D-DE2E1F23C589}"/>
              </a:ext>
            </a:extLst>
          </p:cNvPr>
          <p:cNvSpPr/>
          <p:nvPr/>
        </p:nvSpPr>
        <p:spPr>
          <a:xfrm rot="5400000">
            <a:off x="2414309" y="6983890"/>
            <a:ext cx="4298700" cy="4286700"/>
          </a:xfrm>
          <a:prstGeom prst="diagStripe">
            <a:avLst>
              <a:gd name="adj" fmla="val 0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Google Shape;73;p8">
            <a:extLst>
              <a:ext uri="{FF2B5EF4-FFF2-40B4-BE49-F238E27FC236}">
                <a16:creationId xmlns:a16="http://schemas.microsoft.com/office/drawing/2014/main" id="{513C540F-F44F-412A-8521-5E3E870EA29A}"/>
              </a:ext>
            </a:extLst>
          </p:cNvPr>
          <p:cNvSpPr/>
          <p:nvPr/>
        </p:nvSpPr>
        <p:spPr>
          <a:xfrm rot="1784317">
            <a:off x="10440774" y="401284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74;p8">
            <a:extLst>
              <a:ext uri="{FF2B5EF4-FFF2-40B4-BE49-F238E27FC236}">
                <a16:creationId xmlns:a16="http://schemas.microsoft.com/office/drawing/2014/main" id="{C45E7BC1-D653-4819-848A-5FFC0B09BF7A}"/>
              </a:ext>
            </a:extLst>
          </p:cNvPr>
          <p:cNvSpPr/>
          <p:nvPr/>
        </p:nvSpPr>
        <p:spPr>
          <a:xfrm rot="7184317" flipH="1">
            <a:off x="5343630" y="760605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75;p8">
            <a:extLst>
              <a:ext uri="{FF2B5EF4-FFF2-40B4-BE49-F238E27FC236}">
                <a16:creationId xmlns:a16="http://schemas.microsoft.com/office/drawing/2014/main" id="{F942A00D-3CCF-4A46-B871-B11DEFB90282}"/>
              </a:ext>
            </a:extLst>
          </p:cNvPr>
          <p:cNvSpPr/>
          <p:nvPr/>
        </p:nvSpPr>
        <p:spPr>
          <a:xfrm rot="1784317">
            <a:off x="2141901" y="8941754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76;p8">
            <a:extLst>
              <a:ext uri="{FF2B5EF4-FFF2-40B4-BE49-F238E27FC236}">
                <a16:creationId xmlns:a16="http://schemas.microsoft.com/office/drawing/2014/main" id="{9BC4F587-C8E6-4CF6-AE3C-C6C4B387CEE8}"/>
              </a:ext>
            </a:extLst>
          </p:cNvPr>
          <p:cNvSpPr/>
          <p:nvPr/>
        </p:nvSpPr>
        <p:spPr>
          <a:xfrm rot="7184317" flipH="1">
            <a:off x="4712891" y="8902984"/>
            <a:ext cx="450057" cy="1665414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77;p8">
            <a:extLst>
              <a:ext uri="{FF2B5EF4-FFF2-40B4-BE49-F238E27FC236}">
                <a16:creationId xmlns:a16="http://schemas.microsoft.com/office/drawing/2014/main" id="{E27DD19F-A079-407B-9F5C-4E39B600083E}"/>
              </a:ext>
            </a:extLst>
          </p:cNvPr>
          <p:cNvSpPr/>
          <p:nvPr/>
        </p:nvSpPr>
        <p:spPr>
          <a:xfrm rot="1784317">
            <a:off x="2555038" y="-2132199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79;p8">
            <a:extLst>
              <a:ext uri="{FF2B5EF4-FFF2-40B4-BE49-F238E27FC236}">
                <a16:creationId xmlns:a16="http://schemas.microsoft.com/office/drawing/2014/main" id="{FDFA56D0-204E-4D30-B062-8ABB6DA11247}"/>
              </a:ext>
            </a:extLst>
          </p:cNvPr>
          <p:cNvSpPr/>
          <p:nvPr/>
        </p:nvSpPr>
        <p:spPr>
          <a:xfrm rot="1784317">
            <a:off x="7080142" y="-2439052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80;p8">
            <a:extLst>
              <a:ext uri="{FF2B5EF4-FFF2-40B4-BE49-F238E27FC236}">
                <a16:creationId xmlns:a16="http://schemas.microsoft.com/office/drawing/2014/main" id="{D9BD2C9E-1CDA-4F25-B591-B23FB0ED8375}"/>
              </a:ext>
            </a:extLst>
          </p:cNvPr>
          <p:cNvSpPr/>
          <p:nvPr/>
        </p:nvSpPr>
        <p:spPr>
          <a:xfrm rot="7184317" flipH="1">
            <a:off x="10004487" y="361633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81;p8">
            <a:extLst>
              <a:ext uri="{FF2B5EF4-FFF2-40B4-BE49-F238E27FC236}">
                <a16:creationId xmlns:a16="http://schemas.microsoft.com/office/drawing/2014/main" id="{7E179337-F356-44A3-8541-ABD9994CB612}"/>
              </a:ext>
            </a:extLst>
          </p:cNvPr>
          <p:cNvSpPr/>
          <p:nvPr/>
        </p:nvSpPr>
        <p:spPr>
          <a:xfrm flipH="1">
            <a:off x="4222407" y="6468404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Google Shape;82;p8">
            <a:extLst>
              <a:ext uri="{FF2B5EF4-FFF2-40B4-BE49-F238E27FC236}">
                <a16:creationId xmlns:a16="http://schemas.microsoft.com/office/drawing/2014/main" id="{3A6261DC-625C-4E04-A259-F94AC215BB13}"/>
              </a:ext>
            </a:extLst>
          </p:cNvPr>
          <p:cNvSpPr/>
          <p:nvPr/>
        </p:nvSpPr>
        <p:spPr>
          <a:xfrm rot="1784317">
            <a:off x="4250599" y="-2950602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83;p8">
            <a:extLst>
              <a:ext uri="{FF2B5EF4-FFF2-40B4-BE49-F238E27FC236}">
                <a16:creationId xmlns:a16="http://schemas.microsoft.com/office/drawing/2014/main" id="{68A4E305-65E5-446E-8813-F42F7159436B}"/>
              </a:ext>
            </a:extLst>
          </p:cNvPr>
          <p:cNvSpPr/>
          <p:nvPr/>
        </p:nvSpPr>
        <p:spPr>
          <a:xfrm rot="7184317" flipH="1">
            <a:off x="600499" y="778586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Google Shape;85;p8">
            <a:extLst>
              <a:ext uri="{FF2B5EF4-FFF2-40B4-BE49-F238E27FC236}">
                <a16:creationId xmlns:a16="http://schemas.microsoft.com/office/drawing/2014/main" id="{B3018E1B-CDC4-4C52-8B30-DE873DA335CA}"/>
              </a:ext>
            </a:extLst>
          </p:cNvPr>
          <p:cNvSpPr/>
          <p:nvPr/>
        </p:nvSpPr>
        <p:spPr>
          <a:xfrm rot="7184317" flipV="1">
            <a:off x="-2915773" y="-2667674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Google Shape;86;p8">
            <a:extLst>
              <a:ext uri="{FF2B5EF4-FFF2-40B4-BE49-F238E27FC236}">
                <a16:creationId xmlns:a16="http://schemas.microsoft.com/office/drawing/2014/main" id="{2754A867-A365-46BE-A258-0A7B5E07ABFF}"/>
              </a:ext>
            </a:extLst>
          </p:cNvPr>
          <p:cNvSpPr/>
          <p:nvPr/>
        </p:nvSpPr>
        <p:spPr>
          <a:xfrm rot="16200000">
            <a:off x="1000199" y="-3646930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" name="Google Shape;87;p8">
            <a:extLst>
              <a:ext uri="{FF2B5EF4-FFF2-40B4-BE49-F238E27FC236}">
                <a16:creationId xmlns:a16="http://schemas.microsoft.com/office/drawing/2014/main" id="{F5089585-082F-438E-A1C5-953A7BEA9215}"/>
              </a:ext>
            </a:extLst>
          </p:cNvPr>
          <p:cNvSpPr/>
          <p:nvPr/>
        </p:nvSpPr>
        <p:spPr>
          <a:xfrm flipV="1">
            <a:off x="2496868" y="-5964886"/>
            <a:ext cx="2092819" cy="436414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Google Shape;88;p8">
            <a:extLst>
              <a:ext uri="{FF2B5EF4-FFF2-40B4-BE49-F238E27FC236}">
                <a16:creationId xmlns:a16="http://schemas.microsoft.com/office/drawing/2014/main" id="{DF89D347-8518-4170-8E6D-001BE039FC7C}"/>
              </a:ext>
            </a:extLst>
          </p:cNvPr>
          <p:cNvSpPr/>
          <p:nvPr/>
        </p:nvSpPr>
        <p:spPr>
          <a:xfrm rot="16200000" flipH="1" flipV="1">
            <a:off x="4466757" y="-8092936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37D20A66-BF70-4A18-B9C3-0E8FD755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1</a:t>
            </a:r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976DD4E-BE8F-1CB3-8546-2D336E64D1F5}"/>
              </a:ext>
            </a:extLst>
          </p:cNvPr>
          <p:cNvSpPr txBox="1">
            <a:spLocks/>
          </p:cNvSpPr>
          <p:nvPr/>
        </p:nvSpPr>
        <p:spPr>
          <a:xfrm>
            <a:off x="193944" y="1541545"/>
            <a:ext cx="4785440" cy="3225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Snort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là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một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NIDS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được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Martin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Roesh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phát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triển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dưới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mô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hình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mã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nguồn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mở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. Tuy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Snort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miễn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phí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nhưng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nó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lại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có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rất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nhiều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tính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năng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tuyệt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vời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mà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không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phải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sản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phẩm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thương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mại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nào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cũng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có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thể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có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được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.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Với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kiến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trúc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thiết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kế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theo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kiểu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module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,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người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dùng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có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thể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tự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tăng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cường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tính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năng cho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Snort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của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mình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bằng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việc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cài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đặt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hay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viết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thêm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mới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module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992271-364C-BB69-A5F0-57F5B15FF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2982" y="1974128"/>
            <a:ext cx="3470409" cy="18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49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84;p8">
            <a:extLst>
              <a:ext uri="{FF2B5EF4-FFF2-40B4-BE49-F238E27FC236}">
                <a16:creationId xmlns:a16="http://schemas.microsoft.com/office/drawing/2014/main" id="{10062E29-E107-42B2-BD37-A19B02C0DEA2}"/>
              </a:ext>
            </a:extLst>
          </p:cNvPr>
          <p:cNvSpPr/>
          <p:nvPr/>
        </p:nvSpPr>
        <p:spPr>
          <a:xfrm rot="16200000">
            <a:off x="0" y="45921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0145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Google Shape;78;p8">
            <a:extLst>
              <a:ext uri="{FF2B5EF4-FFF2-40B4-BE49-F238E27FC236}">
                <a16:creationId xmlns:a16="http://schemas.microsoft.com/office/drawing/2014/main" id="{39C2AE52-9129-458B-984A-DAC19FAD539D}"/>
              </a:ext>
            </a:extLst>
          </p:cNvPr>
          <p:cNvSpPr/>
          <p:nvPr/>
        </p:nvSpPr>
        <p:spPr>
          <a:xfrm flipH="1">
            <a:off x="193944" y="56041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82C7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B343E3-FFD6-46DE-8CB2-9067E5FEA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IDS SNORT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DEA46-255C-4759-AA72-73A4899D5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7423" y="964818"/>
            <a:ext cx="4890398" cy="3493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3.2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yêu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cầu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đối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với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Snort</a:t>
            </a:r>
            <a:endParaRPr lang="en-US" b="1" dirty="0">
              <a:latin typeface="Montserrat" panose="00000500000000000000" pitchFamily="2" charset="0"/>
            </a:endParaRPr>
          </a:p>
        </p:txBody>
      </p:sp>
      <p:sp>
        <p:nvSpPr>
          <p:cNvPr id="18" name="Google Shape;71;p8">
            <a:extLst>
              <a:ext uri="{FF2B5EF4-FFF2-40B4-BE49-F238E27FC236}">
                <a16:creationId xmlns:a16="http://schemas.microsoft.com/office/drawing/2014/main" id="{AC360132-CF23-4AF3-AA1B-594FA3436B3C}"/>
              </a:ext>
            </a:extLst>
          </p:cNvPr>
          <p:cNvSpPr/>
          <p:nvPr/>
        </p:nvSpPr>
        <p:spPr>
          <a:xfrm rot="5400000">
            <a:off x="4138226" y="8056903"/>
            <a:ext cx="4734600" cy="4737600"/>
          </a:xfrm>
          <a:prstGeom prst="diagStripe">
            <a:avLst>
              <a:gd name="adj" fmla="val 49469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Google Shape;72;p8">
            <a:extLst>
              <a:ext uri="{FF2B5EF4-FFF2-40B4-BE49-F238E27FC236}">
                <a16:creationId xmlns:a16="http://schemas.microsoft.com/office/drawing/2014/main" id="{1CE4C4B5-9755-4FE2-8A2D-DE2E1F23C589}"/>
              </a:ext>
            </a:extLst>
          </p:cNvPr>
          <p:cNvSpPr/>
          <p:nvPr/>
        </p:nvSpPr>
        <p:spPr>
          <a:xfrm rot="5400000">
            <a:off x="2414309" y="6983890"/>
            <a:ext cx="4298700" cy="4286700"/>
          </a:xfrm>
          <a:prstGeom prst="diagStripe">
            <a:avLst>
              <a:gd name="adj" fmla="val 0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Google Shape;73;p8">
            <a:extLst>
              <a:ext uri="{FF2B5EF4-FFF2-40B4-BE49-F238E27FC236}">
                <a16:creationId xmlns:a16="http://schemas.microsoft.com/office/drawing/2014/main" id="{513C540F-F44F-412A-8521-5E3E870EA29A}"/>
              </a:ext>
            </a:extLst>
          </p:cNvPr>
          <p:cNvSpPr/>
          <p:nvPr/>
        </p:nvSpPr>
        <p:spPr>
          <a:xfrm rot="1784317">
            <a:off x="10440774" y="401284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74;p8">
            <a:extLst>
              <a:ext uri="{FF2B5EF4-FFF2-40B4-BE49-F238E27FC236}">
                <a16:creationId xmlns:a16="http://schemas.microsoft.com/office/drawing/2014/main" id="{C45E7BC1-D653-4819-848A-5FFC0B09BF7A}"/>
              </a:ext>
            </a:extLst>
          </p:cNvPr>
          <p:cNvSpPr/>
          <p:nvPr/>
        </p:nvSpPr>
        <p:spPr>
          <a:xfrm rot="7184317" flipH="1">
            <a:off x="5343630" y="760605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75;p8">
            <a:extLst>
              <a:ext uri="{FF2B5EF4-FFF2-40B4-BE49-F238E27FC236}">
                <a16:creationId xmlns:a16="http://schemas.microsoft.com/office/drawing/2014/main" id="{F942A00D-3CCF-4A46-B871-B11DEFB90282}"/>
              </a:ext>
            </a:extLst>
          </p:cNvPr>
          <p:cNvSpPr/>
          <p:nvPr/>
        </p:nvSpPr>
        <p:spPr>
          <a:xfrm rot="1784317">
            <a:off x="2141901" y="8941754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76;p8">
            <a:extLst>
              <a:ext uri="{FF2B5EF4-FFF2-40B4-BE49-F238E27FC236}">
                <a16:creationId xmlns:a16="http://schemas.microsoft.com/office/drawing/2014/main" id="{9BC4F587-C8E6-4CF6-AE3C-C6C4B387CEE8}"/>
              </a:ext>
            </a:extLst>
          </p:cNvPr>
          <p:cNvSpPr/>
          <p:nvPr/>
        </p:nvSpPr>
        <p:spPr>
          <a:xfrm rot="7184317" flipH="1">
            <a:off x="4712891" y="8902984"/>
            <a:ext cx="450057" cy="1665414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77;p8">
            <a:extLst>
              <a:ext uri="{FF2B5EF4-FFF2-40B4-BE49-F238E27FC236}">
                <a16:creationId xmlns:a16="http://schemas.microsoft.com/office/drawing/2014/main" id="{E27DD19F-A079-407B-9F5C-4E39B600083E}"/>
              </a:ext>
            </a:extLst>
          </p:cNvPr>
          <p:cNvSpPr/>
          <p:nvPr/>
        </p:nvSpPr>
        <p:spPr>
          <a:xfrm rot="1784317">
            <a:off x="2555038" y="-2132199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79;p8">
            <a:extLst>
              <a:ext uri="{FF2B5EF4-FFF2-40B4-BE49-F238E27FC236}">
                <a16:creationId xmlns:a16="http://schemas.microsoft.com/office/drawing/2014/main" id="{FDFA56D0-204E-4D30-B062-8ABB6DA11247}"/>
              </a:ext>
            </a:extLst>
          </p:cNvPr>
          <p:cNvSpPr/>
          <p:nvPr/>
        </p:nvSpPr>
        <p:spPr>
          <a:xfrm rot="1784317">
            <a:off x="7080142" y="-2439052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80;p8">
            <a:extLst>
              <a:ext uri="{FF2B5EF4-FFF2-40B4-BE49-F238E27FC236}">
                <a16:creationId xmlns:a16="http://schemas.microsoft.com/office/drawing/2014/main" id="{D9BD2C9E-1CDA-4F25-B591-B23FB0ED8375}"/>
              </a:ext>
            </a:extLst>
          </p:cNvPr>
          <p:cNvSpPr/>
          <p:nvPr/>
        </p:nvSpPr>
        <p:spPr>
          <a:xfrm rot="7184317" flipH="1">
            <a:off x="10004487" y="361633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81;p8">
            <a:extLst>
              <a:ext uri="{FF2B5EF4-FFF2-40B4-BE49-F238E27FC236}">
                <a16:creationId xmlns:a16="http://schemas.microsoft.com/office/drawing/2014/main" id="{7E179337-F356-44A3-8541-ABD9994CB612}"/>
              </a:ext>
            </a:extLst>
          </p:cNvPr>
          <p:cNvSpPr/>
          <p:nvPr/>
        </p:nvSpPr>
        <p:spPr>
          <a:xfrm flipH="1">
            <a:off x="4222407" y="6468404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Google Shape;82;p8">
            <a:extLst>
              <a:ext uri="{FF2B5EF4-FFF2-40B4-BE49-F238E27FC236}">
                <a16:creationId xmlns:a16="http://schemas.microsoft.com/office/drawing/2014/main" id="{3A6261DC-625C-4E04-A259-F94AC215BB13}"/>
              </a:ext>
            </a:extLst>
          </p:cNvPr>
          <p:cNvSpPr/>
          <p:nvPr/>
        </p:nvSpPr>
        <p:spPr>
          <a:xfrm rot="1784317">
            <a:off x="4250599" y="-2950602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83;p8">
            <a:extLst>
              <a:ext uri="{FF2B5EF4-FFF2-40B4-BE49-F238E27FC236}">
                <a16:creationId xmlns:a16="http://schemas.microsoft.com/office/drawing/2014/main" id="{68A4E305-65E5-446E-8813-F42F7159436B}"/>
              </a:ext>
            </a:extLst>
          </p:cNvPr>
          <p:cNvSpPr/>
          <p:nvPr/>
        </p:nvSpPr>
        <p:spPr>
          <a:xfrm rot="7184317" flipH="1">
            <a:off x="600499" y="778586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Google Shape;85;p8">
            <a:extLst>
              <a:ext uri="{FF2B5EF4-FFF2-40B4-BE49-F238E27FC236}">
                <a16:creationId xmlns:a16="http://schemas.microsoft.com/office/drawing/2014/main" id="{B3018E1B-CDC4-4C52-8B30-DE873DA335CA}"/>
              </a:ext>
            </a:extLst>
          </p:cNvPr>
          <p:cNvSpPr/>
          <p:nvPr/>
        </p:nvSpPr>
        <p:spPr>
          <a:xfrm rot="7184317" flipV="1">
            <a:off x="-2915773" y="-2667674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Google Shape;86;p8">
            <a:extLst>
              <a:ext uri="{FF2B5EF4-FFF2-40B4-BE49-F238E27FC236}">
                <a16:creationId xmlns:a16="http://schemas.microsoft.com/office/drawing/2014/main" id="{2754A867-A365-46BE-A258-0A7B5E07ABFF}"/>
              </a:ext>
            </a:extLst>
          </p:cNvPr>
          <p:cNvSpPr/>
          <p:nvPr/>
        </p:nvSpPr>
        <p:spPr>
          <a:xfrm rot="16200000">
            <a:off x="1000199" y="-3646930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" name="Google Shape;87;p8">
            <a:extLst>
              <a:ext uri="{FF2B5EF4-FFF2-40B4-BE49-F238E27FC236}">
                <a16:creationId xmlns:a16="http://schemas.microsoft.com/office/drawing/2014/main" id="{F5089585-082F-438E-A1C5-953A7BEA9215}"/>
              </a:ext>
            </a:extLst>
          </p:cNvPr>
          <p:cNvSpPr/>
          <p:nvPr/>
        </p:nvSpPr>
        <p:spPr>
          <a:xfrm flipV="1">
            <a:off x="2496868" y="-5964886"/>
            <a:ext cx="2092819" cy="436414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Google Shape;88;p8">
            <a:extLst>
              <a:ext uri="{FF2B5EF4-FFF2-40B4-BE49-F238E27FC236}">
                <a16:creationId xmlns:a16="http://schemas.microsoft.com/office/drawing/2014/main" id="{DF89D347-8518-4170-8E6D-001BE039FC7C}"/>
              </a:ext>
            </a:extLst>
          </p:cNvPr>
          <p:cNvSpPr/>
          <p:nvPr/>
        </p:nvSpPr>
        <p:spPr>
          <a:xfrm rot="16200000" flipH="1" flipV="1">
            <a:off x="4466757" y="-8092936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37D20A66-BF70-4A18-B9C3-0E8FD755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1</a:t>
            </a:r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976DD4E-BE8F-1CB3-8546-2D336E64D1F5}"/>
              </a:ext>
            </a:extLst>
          </p:cNvPr>
          <p:cNvSpPr txBox="1">
            <a:spLocks/>
          </p:cNvSpPr>
          <p:nvPr/>
        </p:nvSpPr>
        <p:spPr>
          <a:xfrm>
            <a:off x="126707" y="1566060"/>
            <a:ext cx="7201939" cy="102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Qui mô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cần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bảo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vệ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: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nói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một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cách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tổng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quát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, qui mô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mạng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càng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lớn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,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máy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móc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cần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phải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tốt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hơn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ví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dụ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như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Snort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sensor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. 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C8E95ED-E89D-51DD-65E3-C9AF65F57376}"/>
              </a:ext>
            </a:extLst>
          </p:cNvPr>
          <p:cNvSpPr txBox="1">
            <a:spLocks/>
          </p:cNvSpPr>
          <p:nvPr/>
        </p:nvSpPr>
        <p:spPr>
          <a:xfrm>
            <a:off x="126707" y="2471253"/>
            <a:ext cx="7316239" cy="1078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8575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</a:pP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Phần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cứng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máy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tính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: Yêu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cầu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phần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cứng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đóng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một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vai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trò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thiết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yếu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trong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việc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thiết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kế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một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an ninh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tốt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.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07F9AB4-02F1-995B-209C-E8B25451598A}"/>
              </a:ext>
            </a:extLst>
          </p:cNvPr>
          <p:cNvSpPr txBox="1">
            <a:spLocks/>
          </p:cNvSpPr>
          <p:nvPr/>
        </p:nvSpPr>
        <p:spPr>
          <a:xfrm>
            <a:off x="342023" y="3409451"/>
            <a:ext cx="7443824" cy="1606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</a:pPr>
            <a:r>
              <a:rPr lang="en-US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Hệ</a:t>
            </a:r>
            <a:r>
              <a:rPr lang="en-US" sz="1300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điều</a:t>
            </a:r>
            <a:r>
              <a:rPr lang="en-US" sz="1300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hành</a:t>
            </a:r>
            <a:r>
              <a:rPr lang="en-US" sz="1300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: Snort </a:t>
            </a:r>
            <a:r>
              <a:rPr lang="en-US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chạy</a:t>
            </a:r>
            <a:r>
              <a:rPr lang="en-US" sz="1300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trên</a:t>
            </a:r>
            <a:r>
              <a:rPr lang="en-US" sz="1300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nhiều</a:t>
            </a:r>
            <a:r>
              <a:rPr lang="en-US" sz="1300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hệ</a:t>
            </a:r>
            <a:r>
              <a:rPr lang="en-US" sz="1300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điều</a:t>
            </a:r>
            <a:r>
              <a:rPr lang="en-US" sz="1300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hành</a:t>
            </a:r>
            <a:r>
              <a:rPr lang="en-US" sz="1300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khác</a:t>
            </a:r>
            <a:r>
              <a:rPr lang="en-US" sz="1300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nhau</a:t>
            </a:r>
            <a:r>
              <a:rPr lang="en-US" sz="1300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như</a:t>
            </a:r>
            <a:r>
              <a:rPr lang="en-US" sz="1300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: Linux, FreeBSD, NetBSD, OpenBSD, </a:t>
            </a:r>
            <a:r>
              <a:rPr lang="en-US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300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Window. </a:t>
            </a:r>
            <a:r>
              <a:rPr lang="en-US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300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hệ</a:t>
            </a:r>
            <a:r>
              <a:rPr lang="en-US" sz="1300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thống</a:t>
            </a:r>
            <a:r>
              <a:rPr lang="en-US" sz="1300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khác</a:t>
            </a:r>
            <a:r>
              <a:rPr lang="en-US" sz="1300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300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hỗ</a:t>
            </a:r>
            <a:r>
              <a:rPr lang="en-US" sz="1300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trợ</a:t>
            </a:r>
            <a:r>
              <a:rPr lang="en-US" sz="1300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bao </a:t>
            </a:r>
            <a:r>
              <a:rPr lang="en-US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gồm</a:t>
            </a:r>
            <a:r>
              <a:rPr lang="en-US" sz="1300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kiến</a:t>
            </a:r>
            <a:r>
              <a:rPr lang="en-US" sz="1300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trúc</a:t>
            </a:r>
            <a:r>
              <a:rPr lang="en-US" sz="1300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Sparc-</a:t>
            </a:r>
            <a:r>
              <a:rPr lang="en-US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Solaric</a:t>
            </a:r>
            <a:r>
              <a:rPr lang="en-US" sz="1300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, MacOS X </a:t>
            </a:r>
            <a:r>
              <a:rPr lang="en-US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300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MkLinux</a:t>
            </a:r>
            <a:r>
              <a:rPr lang="en-US" sz="1300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300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PA-RISC HP </a:t>
            </a:r>
            <a:r>
              <a:rPr lang="en-US" sz="1300" dirty="0" err="1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UX</a:t>
            </a:r>
            <a:r>
              <a:rPr lang="vi-VN" sz="1300" dirty="0"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300" dirty="0">
              <a:effectLst/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535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84;p8">
            <a:extLst>
              <a:ext uri="{FF2B5EF4-FFF2-40B4-BE49-F238E27FC236}">
                <a16:creationId xmlns:a16="http://schemas.microsoft.com/office/drawing/2014/main" id="{10062E29-E107-42B2-BD37-A19B02C0DEA2}"/>
              </a:ext>
            </a:extLst>
          </p:cNvPr>
          <p:cNvSpPr/>
          <p:nvPr/>
        </p:nvSpPr>
        <p:spPr>
          <a:xfrm rot="16200000">
            <a:off x="0" y="45921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0145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Google Shape;78;p8">
            <a:extLst>
              <a:ext uri="{FF2B5EF4-FFF2-40B4-BE49-F238E27FC236}">
                <a16:creationId xmlns:a16="http://schemas.microsoft.com/office/drawing/2014/main" id="{39C2AE52-9129-458B-984A-DAC19FAD539D}"/>
              </a:ext>
            </a:extLst>
          </p:cNvPr>
          <p:cNvSpPr/>
          <p:nvPr/>
        </p:nvSpPr>
        <p:spPr>
          <a:xfrm flipH="1">
            <a:off x="193944" y="56041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82C7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B343E3-FFD6-46DE-8CB2-9067E5FEA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IDS SNORT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DEA46-255C-4759-AA72-73A4899D5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7422" y="964818"/>
            <a:ext cx="5947984" cy="3493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3.3 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Vị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trí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của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Snort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trong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hệ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thống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mạng</a:t>
            </a:r>
            <a:endParaRPr lang="en-US" b="1" dirty="0">
              <a:latin typeface="Montserrat" panose="00000500000000000000" pitchFamily="2" charset="0"/>
            </a:endParaRPr>
          </a:p>
        </p:txBody>
      </p:sp>
      <p:sp>
        <p:nvSpPr>
          <p:cNvPr id="18" name="Google Shape;71;p8">
            <a:extLst>
              <a:ext uri="{FF2B5EF4-FFF2-40B4-BE49-F238E27FC236}">
                <a16:creationId xmlns:a16="http://schemas.microsoft.com/office/drawing/2014/main" id="{AC360132-CF23-4AF3-AA1B-594FA3436B3C}"/>
              </a:ext>
            </a:extLst>
          </p:cNvPr>
          <p:cNvSpPr/>
          <p:nvPr/>
        </p:nvSpPr>
        <p:spPr>
          <a:xfrm rot="5400000">
            <a:off x="4138226" y="8056903"/>
            <a:ext cx="4734600" cy="4737600"/>
          </a:xfrm>
          <a:prstGeom prst="diagStripe">
            <a:avLst>
              <a:gd name="adj" fmla="val 49469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Google Shape;72;p8">
            <a:extLst>
              <a:ext uri="{FF2B5EF4-FFF2-40B4-BE49-F238E27FC236}">
                <a16:creationId xmlns:a16="http://schemas.microsoft.com/office/drawing/2014/main" id="{1CE4C4B5-9755-4FE2-8A2D-DE2E1F23C589}"/>
              </a:ext>
            </a:extLst>
          </p:cNvPr>
          <p:cNvSpPr/>
          <p:nvPr/>
        </p:nvSpPr>
        <p:spPr>
          <a:xfrm rot="5400000">
            <a:off x="2414309" y="6983890"/>
            <a:ext cx="4298700" cy="4286700"/>
          </a:xfrm>
          <a:prstGeom prst="diagStripe">
            <a:avLst>
              <a:gd name="adj" fmla="val 0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Google Shape;73;p8">
            <a:extLst>
              <a:ext uri="{FF2B5EF4-FFF2-40B4-BE49-F238E27FC236}">
                <a16:creationId xmlns:a16="http://schemas.microsoft.com/office/drawing/2014/main" id="{513C540F-F44F-412A-8521-5E3E870EA29A}"/>
              </a:ext>
            </a:extLst>
          </p:cNvPr>
          <p:cNvSpPr/>
          <p:nvPr/>
        </p:nvSpPr>
        <p:spPr>
          <a:xfrm rot="1784317">
            <a:off x="10440774" y="401284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74;p8">
            <a:extLst>
              <a:ext uri="{FF2B5EF4-FFF2-40B4-BE49-F238E27FC236}">
                <a16:creationId xmlns:a16="http://schemas.microsoft.com/office/drawing/2014/main" id="{C45E7BC1-D653-4819-848A-5FFC0B09BF7A}"/>
              </a:ext>
            </a:extLst>
          </p:cNvPr>
          <p:cNvSpPr/>
          <p:nvPr/>
        </p:nvSpPr>
        <p:spPr>
          <a:xfrm rot="7184317" flipH="1">
            <a:off x="5343630" y="760605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75;p8">
            <a:extLst>
              <a:ext uri="{FF2B5EF4-FFF2-40B4-BE49-F238E27FC236}">
                <a16:creationId xmlns:a16="http://schemas.microsoft.com/office/drawing/2014/main" id="{F942A00D-3CCF-4A46-B871-B11DEFB90282}"/>
              </a:ext>
            </a:extLst>
          </p:cNvPr>
          <p:cNvSpPr/>
          <p:nvPr/>
        </p:nvSpPr>
        <p:spPr>
          <a:xfrm rot="1784317">
            <a:off x="2141901" y="8941754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76;p8">
            <a:extLst>
              <a:ext uri="{FF2B5EF4-FFF2-40B4-BE49-F238E27FC236}">
                <a16:creationId xmlns:a16="http://schemas.microsoft.com/office/drawing/2014/main" id="{9BC4F587-C8E6-4CF6-AE3C-C6C4B387CEE8}"/>
              </a:ext>
            </a:extLst>
          </p:cNvPr>
          <p:cNvSpPr/>
          <p:nvPr/>
        </p:nvSpPr>
        <p:spPr>
          <a:xfrm rot="7184317" flipH="1">
            <a:off x="4712891" y="8902984"/>
            <a:ext cx="450057" cy="1665414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77;p8">
            <a:extLst>
              <a:ext uri="{FF2B5EF4-FFF2-40B4-BE49-F238E27FC236}">
                <a16:creationId xmlns:a16="http://schemas.microsoft.com/office/drawing/2014/main" id="{E27DD19F-A079-407B-9F5C-4E39B600083E}"/>
              </a:ext>
            </a:extLst>
          </p:cNvPr>
          <p:cNvSpPr/>
          <p:nvPr/>
        </p:nvSpPr>
        <p:spPr>
          <a:xfrm rot="1784317">
            <a:off x="2555038" y="-2132199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79;p8">
            <a:extLst>
              <a:ext uri="{FF2B5EF4-FFF2-40B4-BE49-F238E27FC236}">
                <a16:creationId xmlns:a16="http://schemas.microsoft.com/office/drawing/2014/main" id="{FDFA56D0-204E-4D30-B062-8ABB6DA11247}"/>
              </a:ext>
            </a:extLst>
          </p:cNvPr>
          <p:cNvSpPr/>
          <p:nvPr/>
        </p:nvSpPr>
        <p:spPr>
          <a:xfrm rot="1784317">
            <a:off x="7080142" y="-2439052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80;p8">
            <a:extLst>
              <a:ext uri="{FF2B5EF4-FFF2-40B4-BE49-F238E27FC236}">
                <a16:creationId xmlns:a16="http://schemas.microsoft.com/office/drawing/2014/main" id="{D9BD2C9E-1CDA-4F25-B591-B23FB0ED8375}"/>
              </a:ext>
            </a:extLst>
          </p:cNvPr>
          <p:cNvSpPr/>
          <p:nvPr/>
        </p:nvSpPr>
        <p:spPr>
          <a:xfrm rot="7184317" flipH="1">
            <a:off x="10004487" y="361633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81;p8">
            <a:extLst>
              <a:ext uri="{FF2B5EF4-FFF2-40B4-BE49-F238E27FC236}">
                <a16:creationId xmlns:a16="http://schemas.microsoft.com/office/drawing/2014/main" id="{7E179337-F356-44A3-8541-ABD9994CB612}"/>
              </a:ext>
            </a:extLst>
          </p:cNvPr>
          <p:cNvSpPr/>
          <p:nvPr/>
        </p:nvSpPr>
        <p:spPr>
          <a:xfrm flipH="1">
            <a:off x="4222407" y="6468404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Google Shape;82;p8">
            <a:extLst>
              <a:ext uri="{FF2B5EF4-FFF2-40B4-BE49-F238E27FC236}">
                <a16:creationId xmlns:a16="http://schemas.microsoft.com/office/drawing/2014/main" id="{3A6261DC-625C-4E04-A259-F94AC215BB13}"/>
              </a:ext>
            </a:extLst>
          </p:cNvPr>
          <p:cNvSpPr/>
          <p:nvPr/>
        </p:nvSpPr>
        <p:spPr>
          <a:xfrm rot="1784317">
            <a:off x="4250599" y="-2950602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83;p8">
            <a:extLst>
              <a:ext uri="{FF2B5EF4-FFF2-40B4-BE49-F238E27FC236}">
                <a16:creationId xmlns:a16="http://schemas.microsoft.com/office/drawing/2014/main" id="{68A4E305-65E5-446E-8813-F42F7159436B}"/>
              </a:ext>
            </a:extLst>
          </p:cNvPr>
          <p:cNvSpPr/>
          <p:nvPr/>
        </p:nvSpPr>
        <p:spPr>
          <a:xfrm rot="7184317" flipH="1">
            <a:off x="600499" y="778586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Google Shape;85;p8">
            <a:extLst>
              <a:ext uri="{FF2B5EF4-FFF2-40B4-BE49-F238E27FC236}">
                <a16:creationId xmlns:a16="http://schemas.microsoft.com/office/drawing/2014/main" id="{B3018E1B-CDC4-4C52-8B30-DE873DA335CA}"/>
              </a:ext>
            </a:extLst>
          </p:cNvPr>
          <p:cNvSpPr/>
          <p:nvPr/>
        </p:nvSpPr>
        <p:spPr>
          <a:xfrm rot="7184317" flipV="1">
            <a:off x="-2915773" y="-2667674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Google Shape;86;p8">
            <a:extLst>
              <a:ext uri="{FF2B5EF4-FFF2-40B4-BE49-F238E27FC236}">
                <a16:creationId xmlns:a16="http://schemas.microsoft.com/office/drawing/2014/main" id="{2754A867-A365-46BE-A258-0A7B5E07ABFF}"/>
              </a:ext>
            </a:extLst>
          </p:cNvPr>
          <p:cNvSpPr/>
          <p:nvPr/>
        </p:nvSpPr>
        <p:spPr>
          <a:xfrm rot="16200000">
            <a:off x="1000199" y="-3646930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" name="Google Shape;87;p8">
            <a:extLst>
              <a:ext uri="{FF2B5EF4-FFF2-40B4-BE49-F238E27FC236}">
                <a16:creationId xmlns:a16="http://schemas.microsoft.com/office/drawing/2014/main" id="{F5089585-082F-438E-A1C5-953A7BEA9215}"/>
              </a:ext>
            </a:extLst>
          </p:cNvPr>
          <p:cNvSpPr/>
          <p:nvPr/>
        </p:nvSpPr>
        <p:spPr>
          <a:xfrm flipV="1">
            <a:off x="2496868" y="-5964886"/>
            <a:ext cx="2092819" cy="436414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Google Shape;88;p8">
            <a:extLst>
              <a:ext uri="{FF2B5EF4-FFF2-40B4-BE49-F238E27FC236}">
                <a16:creationId xmlns:a16="http://schemas.microsoft.com/office/drawing/2014/main" id="{DF89D347-8518-4170-8E6D-001BE039FC7C}"/>
              </a:ext>
            </a:extLst>
          </p:cNvPr>
          <p:cNvSpPr/>
          <p:nvPr/>
        </p:nvSpPr>
        <p:spPr>
          <a:xfrm rot="16200000" flipH="1" flipV="1">
            <a:off x="4466757" y="-8092936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37D20A66-BF70-4A18-B9C3-0E8FD755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1</a:t>
            </a:r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976DD4E-BE8F-1CB3-8546-2D336E64D1F5}"/>
              </a:ext>
            </a:extLst>
          </p:cNvPr>
          <p:cNvSpPr txBox="1">
            <a:spLocks/>
          </p:cNvSpPr>
          <p:nvPr/>
        </p:nvSpPr>
        <p:spPr>
          <a:xfrm>
            <a:off x="126708" y="1566060"/>
            <a:ext cx="2971334" cy="464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  <a:buNone/>
            </a:pPr>
            <a:r>
              <a:rPr lang="vi-VN" sz="14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Giữa</a:t>
            </a:r>
            <a:r>
              <a:rPr lang="vi-VN" sz="14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Router</a:t>
            </a:r>
            <a:r>
              <a:rPr lang="vi-VN" sz="14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và</a:t>
            </a:r>
            <a:r>
              <a:rPr lang="vi-VN" sz="14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Firewall</a:t>
            </a:r>
            <a:endParaRPr lang="vi-VN" sz="14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6418-BC12-02BD-101A-91A4FDFC40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0515" y="2240751"/>
            <a:ext cx="2122568" cy="2461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5EB2DEA-72D0-9696-EA23-4F27812F18F6}"/>
              </a:ext>
            </a:extLst>
          </p:cNvPr>
          <p:cNvSpPr txBox="1">
            <a:spLocks/>
          </p:cNvSpPr>
          <p:nvPr/>
        </p:nvSpPr>
        <p:spPr>
          <a:xfrm>
            <a:off x="2956443" y="1580102"/>
            <a:ext cx="2218888" cy="464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  <a:buNone/>
            </a:pPr>
            <a:r>
              <a:rPr lang="vi-VN" sz="1400" b="1" dirty="0">
                <a:latin typeface="Montserrat" panose="00000500000000000000" pitchFamily="2" charset="0"/>
                <a:ea typeface="Calibri" panose="020F0502020204030204" pitchFamily="34" charset="0"/>
              </a:rPr>
              <a:t>Trong </a:t>
            </a:r>
            <a:r>
              <a:rPr lang="vi-VN" sz="14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vùng</a:t>
            </a:r>
            <a:r>
              <a:rPr lang="vi-VN" sz="14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DMZ</a:t>
            </a:r>
            <a:endParaRPr lang="vi-VN" sz="14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577B07-F828-D677-CBBB-414C2C8B78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52763" y="2252884"/>
            <a:ext cx="2122568" cy="2461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6C75032-692F-4A8F-181B-90FBB1BC0A53}"/>
              </a:ext>
            </a:extLst>
          </p:cNvPr>
          <p:cNvSpPr txBox="1">
            <a:spLocks/>
          </p:cNvSpPr>
          <p:nvPr/>
        </p:nvSpPr>
        <p:spPr>
          <a:xfrm>
            <a:off x="5887821" y="1566060"/>
            <a:ext cx="2218888" cy="464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  <a:buNone/>
            </a:pPr>
            <a:r>
              <a:rPr lang="vi-VN" sz="1400" b="1" dirty="0">
                <a:latin typeface="Montserrat" panose="00000500000000000000" pitchFamily="2" charset="0"/>
                <a:ea typeface="Calibri" panose="020F0502020204030204" pitchFamily="34" charset="0"/>
              </a:rPr>
              <a:t>Sau </a:t>
            </a:r>
            <a:r>
              <a:rPr lang="vi-VN" sz="14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Firewall</a:t>
            </a:r>
            <a:endParaRPr lang="vi-VN" sz="1400" b="1" dirty="0">
              <a:latin typeface="Montserrat" panose="00000500000000000000" pitchFamily="2" charset="0"/>
              <a:ea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A845BA-962E-5EC9-77CD-DD3A63BD5F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04301" y="2240751"/>
            <a:ext cx="1901215" cy="2461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81072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84;p8">
            <a:extLst>
              <a:ext uri="{FF2B5EF4-FFF2-40B4-BE49-F238E27FC236}">
                <a16:creationId xmlns:a16="http://schemas.microsoft.com/office/drawing/2014/main" id="{10062E29-E107-42B2-BD37-A19B02C0DEA2}"/>
              </a:ext>
            </a:extLst>
          </p:cNvPr>
          <p:cNvSpPr/>
          <p:nvPr/>
        </p:nvSpPr>
        <p:spPr>
          <a:xfrm rot="16200000">
            <a:off x="0" y="45921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0145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Google Shape;78;p8">
            <a:extLst>
              <a:ext uri="{FF2B5EF4-FFF2-40B4-BE49-F238E27FC236}">
                <a16:creationId xmlns:a16="http://schemas.microsoft.com/office/drawing/2014/main" id="{39C2AE52-9129-458B-984A-DAC19FAD539D}"/>
              </a:ext>
            </a:extLst>
          </p:cNvPr>
          <p:cNvSpPr/>
          <p:nvPr/>
        </p:nvSpPr>
        <p:spPr>
          <a:xfrm flipH="1">
            <a:off x="193944" y="56041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82C7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B343E3-FFD6-46DE-8CB2-9067E5FEA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IDS SNORT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DEA46-255C-4759-AA72-73A4899D5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7423" y="964818"/>
            <a:ext cx="4890398" cy="3493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3.4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Kiến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trúc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của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Snort</a:t>
            </a:r>
            <a:endParaRPr lang="en-US" b="1" dirty="0">
              <a:latin typeface="Montserrat" panose="00000500000000000000" pitchFamily="2" charset="0"/>
            </a:endParaRPr>
          </a:p>
        </p:txBody>
      </p:sp>
      <p:sp>
        <p:nvSpPr>
          <p:cNvPr id="18" name="Google Shape;71;p8">
            <a:extLst>
              <a:ext uri="{FF2B5EF4-FFF2-40B4-BE49-F238E27FC236}">
                <a16:creationId xmlns:a16="http://schemas.microsoft.com/office/drawing/2014/main" id="{AC360132-CF23-4AF3-AA1B-594FA3436B3C}"/>
              </a:ext>
            </a:extLst>
          </p:cNvPr>
          <p:cNvSpPr/>
          <p:nvPr/>
        </p:nvSpPr>
        <p:spPr>
          <a:xfrm rot="5400000">
            <a:off x="4138226" y="8056903"/>
            <a:ext cx="4734600" cy="4737600"/>
          </a:xfrm>
          <a:prstGeom prst="diagStripe">
            <a:avLst>
              <a:gd name="adj" fmla="val 49469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Google Shape;72;p8">
            <a:extLst>
              <a:ext uri="{FF2B5EF4-FFF2-40B4-BE49-F238E27FC236}">
                <a16:creationId xmlns:a16="http://schemas.microsoft.com/office/drawing/2014/main" id="{1CE4C4B5-9755-4FE2-8A2D-DE2E1F23C589}"/>
              </a:ext>
            </a:extLst>
          </p:cNvPr>
          <p:cNvSpPr/>
          <p:nvPr/>
        </p:nvSpPr>
        <p:spPr>
          <a:xfrm rot="5400000">
            <a:off x="2414309" y="6983890"/>
            <a:ext cx="4298700" cy="4286700"/>
          </a:xfrm>
          <a:prstGeom prst="diagStripe">
            <a:avLst>
              <a:gd name="adj" fmla="val 0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Google Shape;73;p8">
            <a:extLst>
              <a:ext uri="{FF2B5EF4-FFF2-40B4-BE49-F238E27FC236}">
                <a16:creationId xmlns:a16="http://schemas.microsoft.com/office/drawing/2014/main" id="{513C540F-F44F-412A-8521-5E3E870EA29A}"/>
              </a:ext>
            </a:extLst>
          </p:cNvPr>
          <p:cNvSpPr/>
          <p:nvPr/>
        </p:nvSpPr>
        <p:spPr>
          <a:xfrm rot="1784317">
            <a:off x="10440774" y="401284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74;p8">
            <a:extLst>
              <a:ext uri="{FF2B5EF4-FFF2-40B4-BE49-F238E27FC236}">
                <a16:creationId xmlns:a16="http://schemas.microsoft.com/office/drawing/2014/main" id="{C45E7BC1-D653-4819-848A-5FFC0B09BF7A}"/>
              </a:ext>
            </a:extLst>
          </p:cNvPr>
          <p:cNvSpPr/>
          <p:nvPr/>
        </p:nvSpPr>
        <p:spPr>
          <a:xfrm rot="7184317" flipH="1">
            <a:off x="5343630" y="760605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75;p8">
            <a:extLst>
              <a:ext uri="{FF2B5EF4-FFF2-40B4-BE49-F238E27FC236}">
                <a16:creationId xmlns:a16="http://schemas.microsoft.com/office/drawing/2014/main" id="{F942A00D-3CCF-4A46-B871-B11DEFB90282}"/>
              </a:ext>
            </a:extLst>
          </p:cNvPr>
          <p:cNvSpPr/>
          <p:nvPr/>
        </p:nvSpPr>
        <p:spPr>
          <a:xfrm rot="1784317">
            <a:off x="2141901" y="8941754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76;p8">
            <a:extLst>
              <a:ext uri="{FF2B5EF4-FFF2-40B4-BE49-F238E27FC236}">
                <a16:creationId xmlns:a16="http://schemas.microsoft.com/office/drawing/2014/main" id="{9BC4F587-C8E6-4CF6-AE3C-C6C4B387CEE8}"/>
              </a:ext>
            </a:extLst>
          </p:cNvPr>
          <p:cNvSpPr/>
          <p:nvPr/>
        </p:nvSpPr>
        <p:spPr>
          <a:xfrm rot="7184317" flipH="1">
            <a:off x="4712891" y="8902984"/>
            <a:ext cx="450057" cy="1665414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77;p8">
            <a:extLst>
              <a:ext uri="{FF2B5EF4-FFF2-40B4-BE49-F238E27FC236}">
                <a16:creationId xmlns:a16="http://schemas.microsoft.com/office/drawing/2014/main" id="{E27DD19F-A079-407B-9F5C-4E39B600083E}"/>
              </a:ext>
            </a:extLst>
          </p:cNvPr>
          <p:cNvSpPr/>
          <p:nvPr/>
        </p:nvSpPr>
        <p:spPr>
          <a:xfrm rot="1784317">
            <a:off x="2555038" y="-2132199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79;p8">
            <a:extLst>
              <a:ext uri="{FF2B5EF4-FFF2-40B4-BE49-F238E27FC236}">
                <a16:creationId xmlns:a16="http://schemas.microsoft.com/office/drawing/2014/main" id="{FDFA56D0-204E-4D30-B062-8ABB6DA11247}"/>
              </a:ext>
            </a:extLst>
          </p:cNvPr>
          <p:cNvSpPr/>
          <p:nvPr/>
        </p:nvSpPr>
        <p:spPr>
          <a:xfrm rot="1784317">
            <a:off x="7080142" y="-2439052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80;p8">
            <a:extLst>
              <a:ext uri="{FF2B5EF4-FFF2-40B4-BE49-F238E27FC236}">
                <a16:creationId xmlns:a16="http://schemas.microsoft.com/office/drawing/2014/main" id="{D9BD2C9E-1CDA-4F25-B591-B23FB0ED8375}"/>
              </a:ext>
            </a:extLst>
          </p:cNvPr>
          <p:cNvSpPr/>
          <p:nvPr/>
        </p:nvSpPr>
        <p:spPr>
          <a:xfrm rot="7184317" flipH="1">
            <a:off x="10004487" y="361633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81;p8">
            <a:extLst>
              <a:ext uri="{FF2B5EF4-FFF2-40B4-BE49-F238E27FC236}">
                <a16:creationId xmlns:a16="http://schemas.microsoft.com/office/drawing/2014/main" id="{7E179337-F356-44A3-8541-ABD9994CB612}"/>
              </a:ext>
            </a:extLst>
          </p:cNvPr>
          <p:cNvSpPr/>
          <p:nvPr/>
        </p:nvSpPr>
        <p:spPr>
          <a:xfrm flipH="1">
            <a:off x="4222407" y="6468404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Google Shape;82;p8">
            <a:extLst>
              <a:ext uri="{FF2B5EF4-FFF2-40B4-BE49-F238E27FC236}">
                <a16:creationId xmlns:a16="http://schemas.microsoft.com/office/drawing/2014/main" id="{3A6261DC-625C-4E04-A259-F94AC215BB13}"/>
              </a:ext>
            </a:extLst>
          </p:cNvPr>
          <p:cNvSpPr/>
          <p:nvPr/>
        </p:nvSpPr>
        <p:spPr>
          <a:xfrm rot="1784317">
            <a:off x="4250599" y="-2950602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83;p8">
            <a:extLst>
              <a:ext uri="{FF2B5EF4-FFF2-40B4-BE49-F238E27FC236}">
                <a16:creationId xmlns:a16="http://schemas.microsoft.com/office/drawing/2014/main" id="{68A4E305-65E5-446E-8813-F42F7159436B}"/>
              </a:ext>
            </a:extLst>
          </p:cNvPr>
          <p:cNvSpPr/>
          <p:nvPr/>
        </p:nvSpPr>
        <p:spPr>
          <a:xfrm rot="7184317" flipH="1">
            <a:off x="600499" y="778586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Google Shape;85;p8">
            <a:extLst>
              <a:ext uri="{FF2B5EF4-FFF2-40B4-BE49-F238E27FC236}">
                <a16:creationId xmlns:a16="http://schemas.microsoft.com/office/drawing/2014/main" id="{B3018E1B-CDC4-4C52-8B30-DE873DA335CA}"/>
              </a:ext>
            </a:extLst>
          </p:cNvPr>
          <p:cNvSpPr/>
          <p:nvPr/>
        </p:nvSpPr>
        <p:spPr>
          <a:xfrm rot="7184317" flipV="1">
            <a:off x="-2915773" y="-2667674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Google Shape;86;p8">
            <a:extLst>
              <a:ext uri="{FF2B5EF4-FFF2-40B4-BE49-F238E27FC236}">
                <a16:creationId xmlns:a16="http://schemas.microsoft.com/office/drawing/2014/main" id="{2754A867-A365-46BE-A258-0A7B5E07ABFF}"/>
              </a:ext>
            </a:extLst>
          </p:cNvPr>
          <p:cNvSpPr/>
          <p:nvPr/>
        </p:nvSpPr>
        <p:spPr>
          <a:xfrm rot="16200000">
            <a:off x="1000199" y="-3646930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" name="Google Shape;87;p8">
            <a:extLst>
              <a:ext uri="{FF2B5EF4-FFF2-40B4-BE49-F238E27FC236}">
                <a16:creationId xmlns:a16="http://schemas.microsoft.com/office/drawing/2014/main" id="{F5089585-082F-438E-A1C5-953A7BEA9215}"/>
              </a:ext>
            </a:extLst>
          </p:cNvPr>
          <p:cNvSpPr/>
          <p:nvPr/>
        </p:nvSpPr>
        <p:spPr>
          <a:xfrm flipV="1">
            <a:off x="2496868" y="-5964886"/>
            <a:ext cx="2092819" cy="436414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Google Shape;88;p8">
            <a:extLst>
              <a:ext uri="{FF2B5EF4-FFF2-40B4-BE49-F238E27FC236}">
                <a16:creationId xmlns:a16="http://schemas.microsoft.com/office/drawing/2014/main" id="{DF89D347-8518-4170-8E6D-001BE039FC7C}"/>
              </a:ext>
            </a:extLst>
          </p:cNvPr>
          <p:cNvSpPr/>
          <p:nvPr/>
        </p:nvSpPr>
        <p:spPr>
          <a:xfrm rot="16200000" flipH="1" flipV="1">
            <a:off x="4466757" y="-8092936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37D20A66-BF70-4A18-B9C3-0E8FD755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1</a:t>
            </a:r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976DD4E-BE8F-1CB3-8546-2D336E64D1F5}"/>
              </a:ext>
            </a:extLst>
          </p:cNvPr>
          <p:cNvSpPr txBox="1">
            <a:spLocks/>
          </p:cNvSpPr>
          <p:nvPr/>
        </p:nvSpPr>
        <p:spPr>
          <a:xfrm>
            <a:off x="126707" y="1566060"/>
            <a:ext cx="7443824" cy="7413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  <a:buNone/>
            </a:pP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Snort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bao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gồm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nhiều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thành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phần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,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với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mỗi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phần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có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một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chức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năng riêng.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phần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chính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đó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là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: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C8E95ED-E89D-51DD-65E3-C9AF65F57376}"/>
              </a:ext>
            </a:extLst>
          </p:cNvPr>
          <p:cNvSpPr txBox="1">
            <a:spLocks/>
          </p:cNvSpPr>
          <p:nvPr/>
        </p:nvSpPr>
        <p:spPr>
          <a:xfrm>
            <a:off x="229632" y="2260489"/>
            <a:ext cx="4029155" cy="27084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  <a:buNone/>
            </a:pP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-	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Module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giải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mã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gói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tin (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Packet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400" dirty="0">
                <a:latin typeface="Montserrat" panose="00000500000000000000" pitchFamily="2" charset="0"/>
                <a:ea typeface="Calibri" panose="020F0502020204030204" pitchFamily="34" charset="0"/>
              </a:rPr>
              <a:t>	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Decoder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)</a:t>
            </a:r>
          </a:p>
          <a:p>
            <a:pPr indent="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  <a:buNone/>
            </a:pP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-	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Module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tiền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xử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lý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(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Preprocessors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)</a:t>
            </a:r>
          </a:p>
          <a:p>
            <a:pPr indent="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  <a:buNone/>
            </a:pP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-	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Module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phát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hiện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(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Detection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Engine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)</a:t>
            </a:r>
          </a:p>
          <a:p>
            <a:pPr indent="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  <a:buNone/>
            </a:pP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-	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Module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log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và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cảnh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báo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(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Logging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and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400" dirty="0">
                <a:latin typeface="Montserrat" panose="00000500000000000000" pitchFamily="2" charset="0"/>
                <a:ea typeface="Calibri" panose="020F0502020204030204" pitchFamily="34" charset="0"/>
              </a:rPr>
              <a:t>	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Alerting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System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)</a:t>
            </a:r>
          </a:p>
          <a:p>
            <a:pPr indent="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  <a:buNone/>
            </a:pP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-	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Module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kết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xuất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thông tin (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Output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400" dirty="0">
                <a:latin typeface="Montserrat" panose="00000500000000000000" pitchFamily="2" charset="0"/>
                <a:ea typeface="Calibri" panose="020F0502020204030204" pitchFamily="34" charset="0"/>
              </a:rPr>
              <a:t>	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Module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136D981-291A-132E-D935-FC955B2BC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8787" y="290919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D724C97-84AB-A22F-9EA4-8C3934691E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7298372"/>
              </p:ext>
            </p:extLst>
          </p:nvPr>
        </p:nvGraphicFramePr>
        <p:xfrm>
          <a:off x="4749581" y="2950780"/>
          <a:ext cx="4081205" cy="1025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8838095" imgH="2809524" progId="Paint.Picture">
                  <p:embed/>
                </p:oleObj>
              </mc:Choice>
              <mc:Fallback>
                <p:oleObj name="Bitmap Image" r:id="rId2" imgW="8838095" imgH="2809524" progId="Paint.Picture">
                  <p:embed/>
                  <p:pic>
                    <p:nvPicPr>
                      <p:cNvPr id="0" name="rectole000000000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9581" y="2950780"/>
                        <a:ext cx="4081205" cy="102549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5931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84;p8">
            <a:extLst>
              <a:ext uri="{FF2B5EF4-FFF2-40B4-BE49-F238E27FC236}">
                <a16:creationId xmlns:a16="http://schemas.microsoft.com/office/drawing/2014/main" id="{10062E29-E107-42B2-BD37-A19B02C0DEA2}"/>
              </a:ext>
            </a:extLst>
          </p:cNvPr>
          <p:cNvSpPr/>
          <p:nvPr/>
        </p:nvSpPr>
        <p:spPr>
          <a:xfrm rot="16200000">
            <a:off x="0" y="45921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0145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Google Shape;78;p8">
            <a:extLst>
              <a:ext uri="{FF2B5EF4-FFF2-40B4-BE49-F238E27FC236}">
                <a16:creationId xmlns:a16="http://schemas.microsoft.com/office/drawing/2014/main" id="{39C2AE52-9129-458B-984A-DAC19FAD539D}"/>
              </a:ext>
            </a:extLst>
          </p:cNvPr>
          <p:cNvSpPr/>
          <p:nvPr/>
        </p:nvSpPr>
        <p:spPr>
          <a:xfrm flipH="1">
            <a:off x="193944" y="56041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82C7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B343E3-FFD6-46DE-8CB2-9067E5FEA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IDS SNORT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DEA46-255C-4759-AA72-73A4899D5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7423" y="964818"/>
            <a:ext cx="4890398" cy="3493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3.5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chế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độ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thực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thi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của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Snort.</a:t>
            </a:r>
            <a:endParaRPr lang="en-US" b="1" dirty="0">
              <a:latin typeface="Montserrat" panose="00000500000000000000" pitchFamily="2" charset="0"/>
            </a:endParaRPr>
          </a:p>
        </p:txBody>
      </p:sp>
      <p:sp>
        <p:nvSpPr>
          <p:cNvPr id="18" name="Google Shape;71;p8">
            <a:extLst>
              <a:ext uri="{FF2B5EF4-FFF2-40B4-BE49-F238E27FC236}">
                <a16:creationId xmlns:a16="http://schemas.microsoft.com/office/drawing/2014/main" id="{AC360132-CF23-4AF3-AA1B-594FA3436B3C}"/>
              </a:ext>
            </a:extLst>
          </p:cNvPr>
          <p:cNvSpPr/>
          <p:nvPr/>
        </p:nvSpPr>
        <p:spPr>
          <a:xfrm rot="5400000">
            <a:off x="4138226" y="8056903"/>
            <a:ext cx="4734600" cy="4737600"/>
          </a:xfrm>
          <a:prstGeom prst="diagStripe">
            <a:avLst>
              <a:gd name="adj" fmla="val 49469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Google Shape;72;p8">
            <a:extLst>
              <a:ext uri="{FF2B5EF4-FFF2-40B4-BE49-F238E27FC236}">
                <a16:creationId xmlns:a16="http://schemas.microsoft.com/office/drawing/2014/main" id="{1CE4C4B5-9755-4FE2-8A2D-DE2E1F23C589}"/>
              </a:ext>
            </a:extLst>
          </p:cNvPr>
          <p:cNvSpPr/>
          <p:nvPr/>
        </p:nvSpPr>
        <p:spPr>
          <a:xfrm rot="5400000">
            <a:off x="2414309" y="6983890"/>
            <a:ext cx="4298700" cy="4286700"/>
          </a:xfrm>
          <a:prstGeom prst="diagStripe">
            <a:avLst>
              <a:gd name="adj" fmla="val 0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Google Shape;73;p8">
            <a:extLst>
              <a:ext uri="{FF2B5EF4-FFF2-40B4-BE49-F238E27FC236}">
                <a16:creationId xmlns:a16="http://schemas.microsoft.com/office/drawing/2014/main" id="{513C540F-F44F-412A-8521-5E3E870EA29A}"/>
              </a:ext>
            </a:extLst>
          </p:cNvPr>
          <p:cNvSpPr/>
          <p:nvPr/>
        </p:nvSpPr>
        <p:spPr>
          <a:xfrm rot="1784317">
            <a:off x="10440774" y="401284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74;p8">
            <a:extLst>
              <a:ext uri="{FF2B5EF4-FFF2-40B4-BE49-F238E27FC236}">
                <a16:creationId xmlns:a16="http://schemas.microsoft.com/office/drawing/2014/main" id="{C45E7BC1-D653-4819-848A-5FFC0B09BF7A}"/>
              </a:ext>
            </a:extLst>
          </p:cNvPr>
          <p:cNvSpPr/>
          <p:nvPr/>
        </p:nvSpPr>
        <p:spPr>
          <a:xfrm rot="7184317" flipH="1">
            <a:off x="5343630" y="760605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75;p8">
            <a:extLst>
              <a:ext uri="{FF2B5EF4-FFF2-40B4-BE49-F238E27FC236}">
                <a16:creationId xmlns:a16="http://schemas.microsoft.com/office/drawing/2014/main" id="{F942A00D-3CCF-4A46-B871-B11DEFB90282}"/>
              </a:ext>
            </a:extLst>
          </p:cNvPr>
          <p:cNvSpPr/>
          <p:nvPr/>
        </p:nvSpPr>
        <p:spPr>
          <a:xfrm rot="1784317">
            <a:off x="2141901" y="8941754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76;p8">
            <a:extLst>
              <a:ext uri="{FF2B5EF4-FFF2-40B4-BE49-F238E27FC236}">
                <a16:creationId xmlns:a16="http://schemas.microsoft.com/office/drawing/2014/main" id="{9BC4F587-C8E6-4CF6-AE3C-C6C4B387CEE8}"/>
              </a:ext>
            </a:extLst>
          </p:cNvPr>
          <p:cNvSpPr/>
          <p:nvPr/>
        </p:nvSpPr>
        <p:spPr>
          <a:xfrm rot="7184317" flipH="1">
            <a:off x="4712891" y="8902984"/>
            <a:ext cx="450057" cy="1665414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77;p8">
            <a:extLst>
              <a:ext uri="{FF2B5EF4-FFF2-40B4-BE49-F238E27FC236}">
                <a16:creationId xmlns:a16="http://schemas.microsoft.com/office/drawing/2014/main" id="{E27DD19F-A079-407B-9F5C-4E39B600083E}"/>
              </a:ext>
            </a:extLst>
          </p:cNvPr>
          <p:cNvSpPr/>
          <p:nvPr/>
        </p:nvSpPr>
        <p:spPr>
          <a:xfrm rot="1784317">
            <a:off x="2555038" y="-2132199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79;p8">
            <a:extLst>
              <a:ext uri="{FF2B5EF4-FFF2-40B4-BE49-F238E27FC236}">
                <a16:creationId xmlns:a16="http://schemas.microsoft.com/office/drawing/2014/main" id="{FDFA56D0-204E-4D30-B062-8ABB6DA11247}"/>
              </a:ext>
            </a:extLst>
          </p:cNvPr>
          <p:cNvSpPr/>
          <p:nvPr/>
        </p:nvSpPr>
        <p:spPr>
          <a:xfrm rot="1784317">
            <a:off x="7080142" y="-2439052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80;p8">
            <a:extLst>
              <a:ext uri="{FF2B5EF4-FFF2-40B4-BE49-F238E27FC236}">
                <a16:creationId xmlns:a16="http://schemas.microsoft.com/office/drawing/2014/main" id="{D9BD2C9E-1CDA-4F25-B591-B23FB0ED8375}"/>
              </a:ext>
            </a:extLst>
          </p:cNvPr>
          <p:cNvSpPr/>
          <p:nvPr/>
        </p:nvSpPr>
        <p:spPr>
          <a:xfrm rot="7184317" flipH="1">
            <a:off x="10004487" y="361633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81;p8">
            <a:extLst>
              <a:ext uri="{FF2B5EF4-FFF2-40B4-BE49-F238E27FC236}">
                <a16:creationId xmlns:a16="http://schemas.microsoft.com/office/drawing/2014/main" id="{7E179337-F356-44A3-8541-ABD9994CB612}"/>
              </a:ext>
            </a:extLst>
          </p:cNvPr>
          <p:cNvSpPr/>
          <p:nvPr/>
        </p:nvSpPr>
        <p:spPr>
          <a:xfrm flipH="1">
            <a:off x="4222407" y="6468404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Google Shape;82;p8">
            <a:extLst>
              <a:ext uri="{FF2B5EF4-FFF2-40B4-BE49-F238E27FC236}">
                <a16:creationId xmlns:a16="http://schemas.microsoft.com/office/drawing/2014/main" id="{3A6261DC-625C-4E04-A259-F94AC215BB13}"/>
              </a:ext>
            </a:extLst>
          </p:cNvPr>
          <p:cNvSpPr/>
          <p:nvPr/>
        </p:nvSpPr>
        <p:spPr>
          <a:xfrm rot="1784317">
            <a:off x="4250599" y="-2950602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83;p8">
            <a:extLst>
              <a:ext uri="{FF2B5EF4-FFF2-40B4-BE49-F238E27FC236}">
                <a16:creationId xmlns:a16="http://schemas.microsoft.com/office/drawing/2014/main" id="{68A4E305-65E5-446E-8813-F42F7159436B}"/>
              </a:ext>
            </a:extLst>
          </p:cNvPr>
          <p:cNvSpPr/>
          <p:nvPr/>
        </p:nvSpPr>
        <p:spPr>
          <a:xfrm rot="7184317" flipH="1">
            <a:off x="600499" y="778586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Google Shape;85;p8">
            <a:extLst>
              <a:ext uri="{FF2B5EF4-FFF2-40B4-BE49-F238E27FC236}">
                <a16:creationId xmlns:a16="http://schemas.microsoft.com/office/drawing/2014/main" id="{B3018E1B-CDC4-4C52-8B30-DE873DA335CA}"/>
              </a:ext>
            </a:extLst>
          </p:cNvPr>
          <p:cNvSpPr/>
          <p:nvPr/>
        </p:nvSpPr>
        <p:spPr>
          <a:xfrm rot="7184317" flipV="1">
            <a:off x="-2915773" y="-2667674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Google Shape;86;p8">
            <a:extLst>
              <a:ext uri="{FF2B5EF4-FFF2-40B4-BE49-F238E27FC236}">
                <a16:creationId xmlns:a16="http://schemas.microsoft.com/office/drawing/2014/main" id="{2754A867-A365-46BE-A258-0A7B5E07ABFF}"/>
              </a:ext>
            </a:extLst>
          </p:cNvPr>
          <p:cNvSpPr/>
          <p:nvPr/>
        </p:nvSpPr>
        <p:spPr>
          <a:xfrm rot="16200000">
            <a:off x="1000199" y="-3646930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" name="Google Shape;87;p8">
            <a:extLst>
              <a:ext uri="{FF2B5EF4-FFF2-40B4-BE49-F238E27FC236}">
                <a16:creationId xmlns:a16="http://schemas.microsoft.com/office/drawing/2014/main" id="{F5089585-082F-438E-A1C5-953A7BEA9215}"/>
              </a:ext>
            </a:extLst>
          </p:cNvPr>
          <p:cNvSpPr/>
          <p:nvPr/>
        </p:nvSpPr>
        <p:spPr>
          <a:xfrm flipV="1">
            <a:off x="2496868" y="-5964886"/>
            <a:ext cx="2092819" cy="436414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Google Shape;88;p8">
            <a:extLst>
              <a:ext uri="{FF2B5EF4-FFF2-40B4-BE49-F238E27FC236}">
                <a16:creationId xmlns:a16="http://schemas.microsoft.com/office/drawing/2014/main" id="{DF89D347-8518-4170-8E6D-001BE039FC7C}"/>
              </a:ext>
            </a:extLst>
          </p:cNvPr>
          <p:cNvSpPr/>
          <p:nvPr/>
        </p:nvSpPr>
        <p:spPr>
          <a:xfrm rot="16200000" flipH="1" flipV="1">
            <a:off x="4466757" y="-8092936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37D20A66-BF70-4A18-B9C3-0E8FD755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1</a:t>
            </a:r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976DD4E-BE8F-1CB3-8546-2D336E64D1F5}"/>
              </a:ext>
            </a:extLst>
          </p:cNvPr>
          <p:cNvSpPr txBox="1">
            <a:spLocks/>
          </p:cNvSpPr>
          <p:nvPr/>
        </p:nvSpPr>
        <p:spPr>
          <a:xfrm>
            <a:off x="126707" y="1566060"/>
            <a:ext cx="7443824" cy="7413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  <a:buNone/>
            </a:pPr>
            <a:r>
              <a:rPr lang="en-US" sz="1400" dirty="0">
                <a:latin typeface="Montserrat" panose="00000500000000000000" pitchFamily="2" charset="0"/>
                <a:ea typeface="Calibri" panose="020F0502020204030204" pitchFamily="34" charset="0"/>
              </a:rPr>
              <a:t>a )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Sniff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mode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.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C8E95ED-E89D-51DD-65E3-C9AF65F57376}"/>
              </a:ext>
            </a:extLst>
          </p:cNvPr>
          <p:cNvSpPr txBox="1">
            <a:spLocks/>
          </p:cNvSpPr>
          <p:nvPr/>
        </p:nvSpPr>
        <p:spPr>
          <a:xfrm>
            <a:off x="175681" y="2027974"/>
            <a:ext cx="7394850" cy="1098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  <a:buNone/>
            </a:pP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Ở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chế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độ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này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,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Snort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hoạt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động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như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một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chương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trình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thu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thập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và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phân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tích</a:t>
            </a:r>
            <a:r>
              <a:rPr lang="en-US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gói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tin thông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thường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. Không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cần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sử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dụng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file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cấu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hình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,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thông tin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Snort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sẽ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thu</a:t>
            </a:r>
            <a:r>
              <a:rPr lang="en-US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được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khi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hoạt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động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ở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chế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độ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này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136D981-291A-132E-D935-FC955B2BC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8787" y="290919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ECE229F-4F29-3A3E-561E-91B27571B043}"/>
              </a:ext>
            </a:extLst>
          </p:cNvPr>
          <p:cNvSpPr txBox="1">
            <a:spLocks/>
          </p:cNvSpPr>
          <p:nvPr/>
        </p:nvSpPr>
        <p:spPr>
          <a:xfrm>
            <a:off x="126707" y="3094646"/>
            <a:ext cx="2377239" cy="42994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  <a:buNone/>
            </a:pPr>
            <a:r>
              <a:rPr lang="en-US" sz="1400" dirty="0">
                <a:latin typeface="Montserrat" panose="00000500000000000000" pitchFamily="2" charset="0"/>
                <a:ea typeface="Calibri" panose="020F0502020204030204" pitchFamily="34" charset="0"/>
              </a:rPr>
              <a:t>b)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Packet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logger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mode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.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E89C80D-59F5-B707-150B-A7023ADFA008}"/>
              </a:ext>
            </a:extLst>
          </p:cNvPr>
          <p:cNvSpPr txBox="1">
            <a:spLocks/>
          </p:cNvSpPr>
          <p:nvPr/>
        </p:nvSpPr>
        <p:spPr>
          <a:xfrm>
            <a:off x="193944" y="3513004"/>
            <a:ext cx="8869374" cy="138677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  <a:buNone/>
            </a:pP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Khi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chạy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ở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chế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độ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này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,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Snort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sẽ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tập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hơp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tất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cả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packet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nó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thấy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được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và</a:t>
            </a:r>
            <a:r>
              <a:rPr lang="en-US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đưa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vào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log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theo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cấu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trúc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phân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tầng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.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Nói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cách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khác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,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một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thư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mục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mới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sẽ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được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tạo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ra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ứng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với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mỗi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địa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chỉ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nó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bắt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được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,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và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dữ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liệu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sẽ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phụ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thuộc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vào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địa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chỉ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mà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nó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lưu</a:t>
            </a:r>
            <a:r>
              <a:rPr lang="en-US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trong thư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mục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đó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.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Snort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đặt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packet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vào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trong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file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ASCII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,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với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tên liên quan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đến</a:t>
            </a:r>
            <a:r>
              <a:rPr lang="en-US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giao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thức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và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cổng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.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Sự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sắp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xếp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này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dễ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dàng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nhận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ra ai đang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kết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nối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vào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mạng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mình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và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giao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thức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,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cổng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nào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đang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sử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dụng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. Đơn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giản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sử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dụng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ls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-R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để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hiện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danh</a:t>
            </a:r>
            <a:r>
              <a:rPr lang="en-US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sách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thư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mục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58874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84;p8">
            <a:extLst>
              <a:ext uri="{FF2B5EF4-FFF2-40B4-BE49-F238E27FC236}">
                <a16:creationId xmlns:a16="http://schemas.microsoft.com/office/drawing/2014/main" id="{10062E29-E107-42B2-BD37-A19B02C0DEA2}"/>
              </a:ext>
            </a:extLst>
          </p:cNvPr>
          <p:cNvSpPr/>
          <p:nvPr/>
        </p:nvSpPr>
        <p:spPr>
          <a:xfrm rot="16200000">
            <a:off x="0" y="45921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0145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Google Shape;78;p8">
            <a:extLst>
              <a:ext uri="{FF2B5EF4-FFF2-40B4-BE49-F238E27FC236}">
                <a16:creationId xmlns:a16="http://schemas.microsoft.com/office/drawing/2014/main" id="{39C2AE52-9129-458B-984A-DAC19FAD539D}"/>
              </a:ext>
            </a:extLst>
          </p:cNvPr>
          <p:cNvSpPr/>
          <p:nvPr/>
        </p:nvSpPr>
        <p:spPr>
          <a:xfrm flipH="1">
            <a:off x="193944" y="56041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82C7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B343E3-FFD6-46DE-8CB2-9067E5FEA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IDS SNORT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DEA46-255C-4759-AA72-73A4899D5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7423" y="964818"/>
            <a:ext cx="4890398" cy="3493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3.5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chế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độ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thực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thi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  <a:ea typeface="Calibri" panose="020F0502020204030204" pitchFamily="34" charset="0"/>
              </a:rPr>
              <a:t>của</a:t>
            </a:r>
            <a:r>
              <a:rPr lang="en-US" sz="1800" b="1" dirty="0">
                <a:latin typeface="Montserrat" panose="00000500000000000000" pitchFamily="2" charset="0"/>
                <a:ea typeface="Calibri" panose="020F0502020204030204" pitchFamily="34" charset="0"/>
              </a:rPr>
              <a:t> Snort.</a:t>
            </a:r>
            <a:endParaRPr lang="en-US" b="1" dirty="0">
              <a:latin typeface="Montserrat" panose="00000500000000000000" pitchFamily="2" charset="0"/>
            </a:endParaRPr>
          </a:p>
        </p:txBody>
      </p:sp>
      <p:sp>
        <p:nvSpPr>
          <p:cNvPr id="18" name="Google Shape;71;p8">
            <a:extLst>
              <a:ext uri="{FF2B5EF4-FFF2-40B4-BE49-F238E27FC236}">
                <a16:creationId xmlns:a16="http://schemas.microsoft.com/office/drawing/2014/main" id="{AC360132-CF23-4AF3-AA1B-594FA3436B3C}"/>
              </a:ext>
            </a:extLst>
          </p:cNvPr>
          <p:cNvSpPr/>
          <p:nvPr/>
        </p:nvSpPr>
        <p:spPr>
          <a:xfrm rot="5400000">
            <a:off x="4138226" y="8056903"/>
            <a:ext cx="4734600" cy="4737600"/>
          </a:xfrm>
          <a:prstGeom prst="diagStripe">
            <a:avLst>
              <a:gd name="adj" fmla="val 49469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Google Shape;72;p8">
            <a:extLst>
              <a:ext uri="{FF2B5EF4-FFF2-40B4-BE49-F238E27FC236}">
                <a16:creationId xmlns:a16="http://schemas.microsoft.com/office/drawing/2014/main" id="{1CE4C4B5-9755-4FE2-8A2D-DE2E1F23C589}"/>
              </a:ext>
            </a:extLst>
          </p:cNvPr>
          <p:cNvSpPr/>
          <p:nvPr/>
        </p:nvSpPr>
        <p:spPr>
          <a:xfrm rot="5400000">
            <a:off x="2414309" y="6983890"/>
            <a:ext cx="4298700" cy="4286700"/>
          </a:xfrm>
          <a:prstGeom prst="diagStripe">
            <a:avLst>
              <a:gd name="adj" fmla="val 0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Google Shape;73;p8">
            <a:extLst>
              <a:ext uri="{FF2B5EF4-FFF2-40B4-BE49-F238E27FC236}">
                <a16:creationId xmlns:a16="http://schemas.microsoft.com/office/drawing/2014/main" id="{513C540F-F44F-412A-8521-5E3E870EA29A}"/>
              </a:ext>
            </a:extLst>
          </p:cNvPr>
          <p:cNvSpPr/>
          <p:nvPr/>
        </p:nvSpPr>
        <p:spPr>
          <a:xfrm rot="1784317">
            <a:off x="10440774" y="401284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74;p8">
            <a:extLst>
              <a:ext uri="{FF2B5EF4-FFF2-40B4-BE49-F238E27FC236}">
                <a16:creationId xmlns:a16="http://schemas.microsoft.com/office/drawing/2014/main" id="{C45E7BC1-D653-4819-848A-5FFC0B09BF7A}"/>
              </a:ext>
            </a:extLst>
          </p:cNvPr>
          <p:cNvSpPr/>
          <p:nvPr/>
        </p:nvSpPr>
        <p:spPr>
          <a:xfrm rot="7184317" flipH="1">
            <a:off x="5343630" y="760605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75;p8">
            <a:extLst>
              <a:ext uri="{FF2B5EF4-FFF2-40B4-BE49-F238E27FC236}">
                <a16:creationId xmlns:a16="http://schemas.microsoft.com/office/drawing/2014/main" id="{F942A00D-3CCF-4A46-B871-B11DEFB90282}"/>
              </a:ext>
            </a:extLst>
          </p:cNvPr>
          <p:cNvSpPr/>
          <p:nvPr/>
        </p:nvSpPr>
        <p:spPr>
          <a:xfrm rot="1784317">
            <a:off x="2141901" y="8941754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76;p8">
            <a:extLst>
              <a:ext uri="{FF2B5EF4-FFF2-40B4-BE49-F238E27FC236}">
                <a16:creationId xmlns:a16="http://schemas.microsoft.com/office/drawing/2014/main" id="{9BC4F587-C8E6-4CF6-AE3C-C6C4B387CEE8}"/>
              </a:ext>
            </a:extLst>
          </p:cNvPr>
          <p:cNvSpPr/>
          <p:nvPr/>
        </p:nvSpPr>
        <p:spPr>
          <a:xfrm rot="7184317" flipH="1">
            <a:off x="4712891" y="8902984"/>
            <a:ext cx="450057" cy="1665414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77;p8">
            <a:extLst>
              <a:ext uri="{FF2B5EF4-FFF2-40B4-BE49-F238E27FC236}">
                <a16:creationId xmlns:a16="http://schemas.microsoft.com/office/drawing/2014/main" id="{E27DD19F-A079-407B-9F5C-4E39B600083E}"/>
              </a:ext>
            </a:extLst>
          </p:cNvPr>
          <p:cNvSpPr/>
          <p:nvPr/>
        </p:nvSpPr>
        <p:spPr>
          <a:xfrm rot="1784317">
            <a:off x="2555038" y="-2132199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79;p8">
            <a:extLst>
              <a:ext uri="{FF2B5EF4-FFF2-40B4-BE49-F238E27FC236}">
                <a16:creationId xmlns:a16="http://schemas.microsoft.com/office/drawing/2014/main" id="{FDFA56D0-204E-4D30-B062-8ABB6DA11247}"/>
              </a:ext>
            </a:extLst>
          </p:cNvPr>
          <p:cNvSpPr/>
          <p:nvPr/>
        </p:nvSpPr>
        <p:spPr>
          <a:xfrm rot="1784317">
            <a:off x="7080142" y="-2439052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80;p8">
            <a:extLst>
              <a:ext uri="{FF2B5EF4-FFF2-40B4-BE49-F238E27FC236}">
                <a16:creationId xmlns:a16="http://schemas.microsoft.com/office/drawing/2014/main" id="{D9BD2C9E-1CDA-4F25-B591-B23FB0ED8375}"/>
              </a:ext>
            </a:extLst>
          </p:cNvPr>
          <p:cNvSpPr/>
          <p:nvPr/>
        </p:nvSpPr>
        <p:spPr>
          <a:xfrm rot="7184317" flipH="1">
            <a:off x="10004487" y="361633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81;p8">
            <a:extLst>
              <a:ext uri="{FF2B5EF4-FFF2-40B4-BE49-F238E27FC236}">
                <a16:creationId xmlns:a16="http://schemas.microsoft.com/office/drawing/2014/main" id="{7E179337-F356-44A3-8541-ABD9994CB612}"/>
              </a:ext>
            </a:extLst>
          </p:cNvPr>
          <p:cNvSpPr/>
          <p:nvPr/>
        </p:nvSpPr>
        <p:spPr>
          <a:xfrm flipH="1">
            <a:off x="4222407" y="6468404"/>
            <a:ext cx="1665414" cy="45005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Google Shape;82;p8">
            <a:extLst>
              <a:ext uri="{FF2B5EF4-FFF2-40B4-BE49-F238E27FC236}">
                <a16:creationId xmlns:a16="http://schemas.microsoft.com/office/drawing/2014/main" id="{3A6261DC-625C-4E04-A259-F94AC215BB13}"/>
              </a:ext>
            </a:extLst>
          </p:cNvPr>
          <p:cNvSpPr/>
          <p:nvPr/>
        </p:nvSpPr>
        <p:spPr>
          <a:xfrm rot="1784317">
            <a:off x="4250599" y="-2950602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83;p8">
            <a:extLst>
              <a:ext uri="{FF2B5EF4-FFF2-40B4-BE49-F238E27FC236}">
                <a16:creationId xmlns:a16="http://schemas.microsoft.com/office/drawing/2014/main" id="{68A4E305-65E5-446E-8813-F42F7159436B}"/>
              </a:ext>
            </a:extLst>
          </p:cNvPr>
          <p:cNvSpPr/>
          <p:nvPr/>
        </p:nvSpPr>
        <p:spPr>
          <a:xfrm rot="7184317" flipH="1">
            <a:off x="600499" y="778586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Google Shape;85;p8">
            <a:extLst>
              <a:ext uri="{FF2B5EF4-FFF2-40B4-BE49-F238E27FC236}">
                <a16:creationId xmlns:a16="http://schemas.microsoft.com/office/drawing/2014/main" id="{B3018E1B-CDC4-4C52-8B30-DE873DA335CA}"/>
              </a:ext>
            </a:extLst>
          </p:cNvPr>
          <p:cNvSpPr/>
          <p:nvPr/>
        </p:nvSpPr>
        <p:spPr>
          <a:xfrm rot="7184317" flipV="1">
            <a:off x="-2915773" y="-2667674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Google Shape;86;p8">
            <a:extLst>
              <a:ext uri="{FF2B5EF4-FFF2-40B4-BE49-F238E27FC236}">
                <a16:creationId xmlns:a16="http://schemas.microsoft.com/office/drawing/2014/main" id="{2754A867-A365-46BE-A258-0A7B5E07ABFF}"/>
              </a:ext>
            </a:extLst>
          </p:cNvPr>
          <p:cNvSpPr/>
          <p:nvPr/>
        </p:nvSpPr>
        <p:spPr>
          <a:xfrm rot="16200000">
            <a:off x="1000199" y="-3646930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" name="Google Shape;87;p8">
            <a:extLst>
              <a:ext uri="{FF2B5EF4-FFF2-40B4-BE49-F238E27FC236}">
                <a16:creationId xmlns:a16="http://schemas.microsoft.com/office/drawing/2014/main" id="{F5089585-082F-438E-A1C5-953A7BEA9215}"/>
              </a:ext>
            </a:extLst>
          </p:cNvPr>
          <p:cNvSpPr/>
          <p:nvPr/>
        </p:nvSpPr>
        <p:spPr>
          <a:xfrm flipV="1">
            <a:off x="2496868" y="-5964886"/>
            <a:ext cx="2092819" cy="4364147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Google Shape;88;p8">
            <a:extLst>
              <a:ext uri="{FF2B5EF4-FFF2-40B4-BE49-F238E27FC236}">
                <a16:creationId xmlns:a16="http://schemas.microsoft.com/office/drawing/2014/main" id="{DF89D347-8518-4170-8E6D-001BE039FC7C}"/>
              </a:ext>
            </a:extLst>
          </p:cNvPr>
          <p:cNvSpPr/>
          <p:nvPr/>
        </p:nvSpPr>
        <p:spPr>
          <a:xfrm rot="16200000" flipH="1" flipV="1">
            <a:off x="4466757" y="-8092936"/>
            <a:ext cx="4364147" cy="2092819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37D20A66-BF70-4A18-B9C3-0E8FD755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1</a:t>
            </a:r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976DD4E-BE8F-1CB3-8546-2D336E64D1F5}"/>
              </a:ext>
            </a:extLst>
          </p:cNvPr>
          <p:cNvSpPr txBox="1">
            <a:spLocks/>
          </p:cNvSpPr>
          <p:nvPr/>
        </p:nvSpPr>
        <p:spPr>
          <a:xfrm>
            <a:off x="126707" y="1566060"/>
            <a:ext cx="7443824" cy="480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  <a:buNone/>
            </a:pPr>
            <a:r>
              <a:rPr lang="en-US" sz="1400" dirty="0">
                <a:latin typeface="Montserrat" panose="00000500000000000000" pitchFamily="2" charset="0"/>
                <a:ea typeface="Calibri" panose="020F0502020204030204" pitchFamily="34" charset="0"/>
              </a:rPr>
              <a:t>c )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NIDS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400" dirty="0" err="1">
                <a:latin typeface="Montserrat" panose="00000500000000000000" pitchFamily="2" charset="0"/>
                <a:ea typeface="Calibri" panose="020F0502020204030204" pitchFamily="34" charset="0"/>
              </a:rPr>
              <a:t>mode</a:t>
            </a:r>
            <a:r>
              <a:rPr lang="vi-VN" sz="1400" dirty="0">
                <a:latin typeface="Montserrat" panose="00000500000000000000" pitchFamily="2" charset="0"/>
                <a:ea typeface="Calibri" panose="020F0502020204030204" pitchFamily="34" charset="0"/>
              </a:rPr>
              <a:t>.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C8E95ED-E89D-51DD-65E3-C9AF65F57376}"/>
              </a:ext>
            </a:extLst>
          </p:cNvPr>
          <p:cNvSpPr txBox="1">
            <a:spLocks/>
          </p:cNvSpPr>
          <p:nvPr/>
        </p:nvSpPr>
        <p:spPr>
          <a:xfrm>
            <a:off x="866234" y="2074428"/>
            <a:ext cx="7394850" cy="1515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spcBef>
                <a:spcPts val="600"/>
              </a:spcBef>
              <a:spcAft>
                <a:spcPts val="150"/>
              </a:spcAft>
              <a:buNone/>
            </a:pP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Snort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thường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được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sử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dụng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như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một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NIDS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.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Nó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nhẹ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, nhanh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chóng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,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hiệu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quả</a:t>
            </a:r>
            <a:r>
              <a:rPr lang="en-US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và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sử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dụng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các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rule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để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áp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dụng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lên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gói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tin. Khi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phát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hiện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có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dấu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hiệu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tấn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công ở</a:t>
            </a:r>
            <a:r>
              <a:rPr lang="en-US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trong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gói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tin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thì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nó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sẽ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ghi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lại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và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tạo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thông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báo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. Khi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dùng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ở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chế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độ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này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phải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khai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báo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file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cấu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hình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cho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Snort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hoạt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động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. Thông tin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về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thông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báo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khi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hoạt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động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ở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chế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độ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 </a:t>
            </a:r>
            <a:r>
              <a:rPr lang="vi-VN" sz="1300" dirty="0" err="1">
                <a:latin typeface="Montserrat" panose="00000500000000000000" pitchFamily="2" charset="0"/>
                <a:ea typeface="Calibri" panose="020F0502020204030204" pitchFamily="34" charset="0"/>
              </a:rPr>
              <a:t>này</a:t>
            </a:r>
            <a:r>
              <a:rPr lang="vi-VN" sz="1300" dirty="0">
                <a:latin typeface="Montserrat" panose="00000500000000000000" pitchFamily="2" charset="0"/>
                <a:ea typeface="Calibri" panose="020F0502020204030204" pitchFamily="34" charset="0"/>
              </a:rPr>
              <a:t>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136D981-291A-132E-D935-FC955B2BC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8787" y="290919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07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DFBB55-C5EA-4FED-A312-62BF8F49F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672" y="844800"/>
            <a:ext cx="5818825" cy="3649980"/>
          </a:xfrm>
        </p:spPr>
        <p:txBody>
          <a:bodyPr/>
          <a:lstStyle/>
          <a:p>
            <a:pPr algn="ctr"/>
            <a:r>
              <a:rPr lang="en-US" dirty="0"/>
              <a:t>4.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XẬY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XÂM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IDS SNORT</a:t>
            </a:r>
          </a:p>
        </p:txBody>
      </p:sp>
      <p:sp>
        <p:nvSpPr>
          <p:cNvPr id="100" name="Google Shape;71;p8">
            <a:extLst>
              <a:ext uri="{FF2B5EF4-FFF2-40B4-BE49-F238E27FC236}">
                <a16:creationId xmlns:a16="http://schemas.microsoft.com/office/drawing/2014/main" id="{A74D2F9F-51B7-49A7-B8A0-1F13977D6B29}"/>
              </a:ext>
            </a:extLst>
          </p:cNvPr>
          <p:cNvSpPr/>
          <p:nvPr/>
        </p:nvSpPr>
        <p:spPr>
          <a:xfrm rot="5400000">
            <a:off x="4407900" y="-1500"/>
            <a:ext cx="4734600" cy="4737600"/>
          </a:xfrm>
          <a:prstGeom prst="diagStripe">
            <a:avLst>
              <a:gd name="adj" fmla="val 49469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1" name="Google Shape;72;p8">
            <a:extLst>
              <a:ext uri="{FF2B5EF4-FFF2-40B4-BE49-F238E27FC236}">
                <a16:creationId xmlns:a16="http://schemas.microsoft.com/office/drawing/2014/main" id="{C8614174-D816-48C5-8D98-F64D2C04B4B9}"/>
              </a:ext>
            </a:extLst>
          </p:cNvPr>
          <p:cNvSpPr/>
          <p:nvPr/>
        </p:nvSpPr>
        <p:spPr>
          <a:xfrm rot="5400000">
            <a:off x="4840825" y="6000"/>
            <a:ext cx="4298700" cy="4286700"/>
          </a:xfrm>
          <a:prstGeom prst="diagStripe">
            <a:avLst>
              <a:gd name="adj" fmla="val 0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2" name="Google Shape;73;p8">
            <a:extLst>
              <a:ext uri="{FF2B5EF4-FFF2-40B4-BE49-F238E27FC236}">
                <a16:creationId xmlns:a16="http://schemas.microsoft.com/office/drawing/2014/main" id="{C6A20AAB-7572-4734-B51A-E7F4CCF2AF95}"/>
              </a:ext>
            </a:extLst>
          </p:cNvPr>
          <p:cNvSpPr/>
          <p:nvPr/>
        </p:nvSpPr>
        <p:spPr>
          <a:xfrm rot="16200000">
            <a:off x="5618399" y="123664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3" name="Google Shape;74;p8">
            <a:extLst>
              <a:ext uri="{FF2B5EF4-FFF2-40B4-BE49-F238E27FC236}">
                <a16:creationId xmlns:a16="http://schemas.microsoft.com/office/drawing/2014/main" id="{8B180616-A468-4B60-B2F3-ACEA3C59CB7C}"/>
              </a:ext>
            </a:extLst>
          </p:cNvPr>
          <p:cNvSpPr/>
          <p:nvPr/>
        </p:nvSpPr>
        <p:spPr>
          <a:xfrm flipH="1">
            <a:off x="5849857" y="144407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4" name="Google Shape;75;p8">
            <a:extLst>
              <a:ext uri="{FF2B5EF4-FFF2-40B4-BE49-F238E27FC236}">
                <a16:creationId xmlns:a16="http://schemas.microsoft.com/office/drawing/2014/main" id="{71B4E9C9-0422-4A37-9532-C8AF6962C3A9}"/>
              </a:ext>
            </a:extLst>
          </p:cNvPr>
          <p:cNvSpPr/>
          <p:nvPr/>
        </p:nvSpPr>
        <p:spPr>
          <a:xfrm rot="16200000">
            <a:off x="5987081" y="2469743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5" name="Google Shape;76;p8">
            <a:extLst>
              <a:ext uri="{FF2B5EF4-FFF2-40B4-BE49-F238E27FC236}">
                <a16:creationId xmlns:a16="http://schemas.microsoft.com/office/drawing/2014/main" id="{F6EAAA07-32FD-4FE4-9F34-F0CFCEE38F13}"/>
              </a:ext>
            </a:extLst>
          </p:cNvPr>
          <p:cNvSpPr/>
          <p:nvPr/>
        </p:nvSpPr>
        <p:spPr>
          <a:xfrm flipH="1">
            <a:off x="6222115" y="267717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6" name="Google Shape;77;p8">
            <a:extLst>
              <a:ext uri="{FF2B5EF4-FFF2-40B4-BE49-F238E27FC236}">
                <a16:creationId xmlns:a16="http://schemas.microsoft.com/office/drawing/2014/main" id="{05042B2D-E7C5-41F2-BB2D-6A43E7E51AFA}"/>
              </a:ext>
            </a:extLst>
          </p:cNvPr>
          <p:cNvSpPr/>
          <p:nvPr/>
        </p:nvSpPr>
        <p:spPr>
          <a:xfrm rot="16200000">
            <a:off x="6675341" y="1862244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7" name="Google Shape;78;p8">
            <a:extLst>
              <a:ext uri="{FF2B5EF4-FFF2-40B4-BE49-F238E27FC236}">
                <a16:creationId xmlns:a16="http://schemas.microsoft.com/office/drawing/2014/main" id="{5231E1E0-8077-4488-B2CC-41EE57968C34}"/>
              </a:ext>
            </a:extLst>
          </p:cNvPr>
          <p:cNvSpPr/>
          <p:nvPr/>
        </p:nvSpPr>
        <p:spPr>
          <a:xfrm flipH="1">
            <a:off x="6908099" y="2069680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82C7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8" name="Google Shape;79;p8">
            <a:extLst>
              <a:ext uri="{FF2B5EF4-FFF2-40B4-BE49-F238E27FC236}">
                <a16:creationId xmlns:a16="http://schemas.microsoft.com/office/drawing/2014/main" id="{4C8ABCD2-8E41-4A4E-9B62-3E6A107EE5E5}"/>
              </a:ext>
            </a:extLst>
          </p:cNvPr>
          <p:cNvSpPr/>
          <p:nvPr/>
        </p:nvSpPr>
        <p:spPr>
          <a:xfrm rot="16200000">
            <a:off x="6861141" y="247808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9" name="Google Shape;80;p8">
            <a:extLst>
              <a:ext uri="{FF2B5EF4-FFF2-40B4-BE49-F238E27FC236}">
                <a16:creationId xmlns:a16="http://schemas.microsoft.com/office/drawing/2014/main" id="{43A282AB-2A66-4664-9233-DF2AB76CF8EA}"/>
              </a:ext>
            </a:extLst>
          </p:cNvPr>
          <p:cNvSpPr/>
          <p:nvPr/>
        </p:nvSpPr>
        <p:spPr>
          <a:xfrm flipH="1">
            <a:off x="7965266" y="269319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0" name="Google Shape;81;p8">
            <a:extLst>
              <a:ext uri="{FF2B5EF4-FFF2-40B4-BE49-F238E27FC236}">
                <a16:creationId xmlns:a16="http://schemas.microsoft.com/office/drawing/2014/main" id="{699F01A5-86E2-4BB7-8F6F-6CA9D8F55C7F}"/>
              </a:ext>
            </a:extLst>
          </p:cNvPr>
          <p:cNvSpPr/>
          <p:nvPr/>
        </p:nvSpPr>
        <p:spPr>
          <a:xfrm flipH="1">
            <a:off x="8145082" y="330903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1" name="Google Shape;82;p8">
            <a:extLst>
              <a:ext uri="{FF2B5EF4-FFF2-40B4-BE49-F238E27FC236}">
                <a16:creationId xmlns:a16="http://schemas.microsoft.com/office/drawing/2014/main" id="{3D0066C0-3FD0-44B0-B641-4FD073EC750D}"/>
              </a:ext>
            </a:extLst>
          </p:cNvPr>
          <p:cNvSpPr/>
          <p:nvPr/>
        </p:nvSpPr>
        <p:spPr>
          <a:xfrm rot="16200000">
            <a:off x="7047599" y="3095345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2" name="Google Shape;83;p8">
            <a:extLst>
              <a:ext uri="{FF2B5EF4-FFF2-40B4-BE49-F238E27FC236}">
                <a16:creationId xmlns:a16="http://schemas.microsoft.com/office/drawing/2014/main" id="{6AAF729D-7BF9-4D44-841E-0A2ED043F2BD}"/>
              </a:ext>
            </a:extLst>
          </p:cNvPr>
          <p:cNvSpPr/>
          <p:nvPr/>
        </p:nvSpPr>
        <p:spPr>
          <a:xfrm flipH="1">
            <a:off x="7276649" y="330278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3" name="Google Shape;84;p8">
            <a:extLst>
              <a:ext uri="{FF2B5EF4-FFF2-40B4-BE49-F238E27FC236}">
                <a16:creationId xmlns:a16="http://schemas.microsoft.com/office/drawing/2014/main" id="{2A587CCD-4792-4A42-8081-B670A46497F1}"/>
              </a:ext>
            </a:extLst>
          </p:cNvPr>
          <p:cNvSpPr/>
          <p:nvPr/>
        </p:nvSpPr>
        <p:spPr>
          <a:xfrm rot="16200000">
            <a:off x="7227414" y="371118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0145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4" name="Google Shape;85;p8">
            <a:extLst>
              <a:ext uri="{FF2B5EF4-FFF2-40B4-BE49-F238E27FC236}">
                <a16:creationId xmlns:a16="http://schemas.microsoft.com/office/drawing/2014/main" id="{EF2B95D2-22B4-431F-81CC-7A4135606326}"/>
              </a:ext>
            </a:extLst>
          </p:cNvPr>
          <p:cNvSpPr/>
          <p:nvPr/>
        </p:nvSpPr>
        <p:spPr>
          <a:xfrm flipH="1">
            <a:off x="7462448" y="3918625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5" name="Google Shape;86;p8">
            <a:extLst>
              <a:ext uri="{FF2B5EF4-FFF2-40B4-BE49-F238E27FC236}">
                <a16:creationId xmlns:a16="http://schemas.microsoft.com/office/drawing/2014/main" id="{E70AC1A1-3F84-4DF4-B8DE-7043B8F58946}"/>
              </a:ext>
            </a:extLst>
          </p:cNvPr>
          <p:cNvSpPr/>
          <p:nvPr/>
        </p:nvSpPr>
        <p:spPr>
          <a:xfrm rot="16200000">
            <a:off x="8102491" y="371885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6" name="Google Shape;87;p8">
            <a:extLst>
              <a:ext uri="{FF2B5EF4-FFF2-40B4-BE49-F238E27FC236}">
                <a16:creationId xmlns:a16="http://schemas.microsoft.com/office/drawing/2014/main" id="{A92167D1-51CD-4FA8-8D55-C564B1A5191F}"/>
              </a:ext>
            </a:extLst>
          </p:cNvPr>
          <p:cNvSpPr/>
          <p:nvPr/>
        </p:nvSpPr>
        <p:spPr>
          <a:xfrm flipH="1">
            <a:off x="8334533" y="3926292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7" name="Google Shape;88;p8">
            <a:extLst>
              <a:ext uri="{FF2B5EF4-FFF2-40B4-BE49-F238E27FC236}">
                <a16:creationId xmlns:a16="http://schemas.microsoft.com/office/drawing/2014/main" id="{0F2A4BB4-14CF-4950-8227-EEA86A45535E}"/>
              </a:ext>
            </a:extLst>
          </p:cNvPr>
          <p:cNvSpPr/>
          <p:nvPr/>
        </p:nvSpPr>
        <p:spPr>
          <a:xfrm rot="16200000">
            <a:off x="8288290" y="4334700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1262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DFBB55-C5EA-4FED-A312-62BF8F49F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450" y="746760"/>
            <a:ext cx="5101848" cy="3649980"/>
          </a:xfrm>
        </p:spPr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100" name="Google Shape;71;p8">
            <a:extLst>
              <a:ext uri="{FF2B5EF4-FFF2-40B4-BE49-F238E27FC236}">
                <a16:creationId xmlns:a16="http://schemas.microsoft.com/office/drawing/2014/main" id="{A74D2F9F-51B7-49A7-B8A0-1F13977D6B29}"/>
              </a:ext>
            </a:extLst>
          </p:cNvPr>
          <p:cNvSpPr/>
          <p:nvPr/>
        </p:nvSpPr>
        <p:spPr>
          <a:xfrm rot="5400000">
            <a:off x="4407900" y="-1500"/>
            <a:ext cx="4734600" cy="4737600"/>
          </a:xfrm>
          <a:prstGeom prst="diagStripe">
            <a:avLst>
              <a:gd name="adj" fmla="val 49469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1" name="Google Shape;72;p8">
            <a:extLst>
              <a:ext uri="{FF2B5EF4-FFF2-40B4-BE49-F238E27FC236}">
                <a16:creationId xmlns:a16="http://schemas.microsoft.com/office/drawing/2014/main" id="{C8614174-D816-48C5-8D98-F64D2C04B4B9}"/>
              </a:ext>
            </a:extLst>
          </p:cNvPr>
          <p:cNvSpPr/>
          <p:nvPr/>
        </p:nvSpPr>
        <p:spPr>
          <a:xfrm rot="5400000">
            <a:off x="4840825" y="6000"/>
            <a:ext cx="4298700" cy="4286700"/>
          </a:xfrm>
          <a:prstGeom prst="diagStripe">
            <a:avLst>
              <a:gd name="adj" fmla="val 0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2" name="Google Shape;73;p8">
            <a:extLst>
              <a:ext uri="{FF2B5EF4-FFF2-40B4-BE49-F238E27FC236}">
                <a16:creationId xmlns:a16="http://schemas.microsoft.com/office/drawing/2014/main" id="{C6A20AAB-7572-4734-B51A-E7F4CCF2AF95}"/>
              </a:ext>
            </a:extLst>
          </p:cNvPr>
          <p:cNvSpPr/>
          <p:nvPr/>
        </p:nvSpPr>
        <p:spPr>
          <a:xfrm rot="16200000">
            <a:off x="5618399" y="123664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3" name="Google Shape;74;p8">
            <a:extLst>
              <a:ext uri="{FF2B5EF4-FFF2-40B4-BE49-F238E27FC236}">
                <a16:creationId xmlns:a16="http://schemas.microsoft.com/office/drawing/2014/main" id="{8B180616-A468-4B60-B2F3-ACEA3C59CB7C}"/>
              </a:ext>
            </a:extLst>
          </p:cNvPr>
          <p:cNvSpPr/>
          <p:nvPr/>
        </p:nvSpPr>
        <p:spPr>
          <a:xfrm flipH="1">
            <a:off x="5849857" y="144407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4" name="Google Shape;75;p8">
            <a:extLst>
              <a:ext uri="{FF2B5EF4-FFF2-40B4-BE49-F238E27FC236}">
                <a16:creationId xmlns:a16="http://schemas.microsoft.com/office/drawing/2014/main" id="{71B4E9C9-0422-4A37-9532-C8AF6962C3A9}"/>
              </a:ext>
            </a:extLst>
          </p:cNvPr>
          <p:cNvSpPr/>
          <p:nvPr/>
        </p:nvSpPr>
        <p:spPr>
          <a:xfrm rot="16200000">
            <a:off x="5987081" y="2469743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5" name="Google Shape;76;p8">
            <a:extLst>
              <a:ext uri="{FF2B5EF4-FFF2-40B4-BE49-F238E27FC236}">
                <a16:creationId xmlns:a16="http://schemas.microsoft.com/office/drawing/2014/main" id="{F6EAAA07-32FD-4FE4-9F34-F0CFCEE38F13}"/>
              </a:ext>
            </a:extLst>
          </p:cNvPr>
          <p:cNvSpPr/>
          <p:nvPr/>
        </p:nvSpPr>
        <p:spPr>
          <a:xfrm flipH="1">
            <a:off x="6222115" y="267717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6" name="Google Shape;77;p8">
            <a:extLst>
              <a:ext uri="{FF2B5EF4-FFF2-40B4-BE49-F238E27FC236}">
                <a16:creationId xmlns:a16="http://schemas.microsoft.com/office/drawing/2014/main" id="{05042B2D-E7C5-41F2-BB2D-6A43E7E51AFA}"/>
              </a:ext>
            </a:extLst>
          </p:cNvPr>
          <p:cNvSpPr/>
          <p:nvPr/>
        </p:nvSpPr>
        <p:spPr>
          <a:xfrm rot="16200000">
            <a:off x="6675341" y="1862244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7" name="Google Shape;78;p8">
            <a:extLst>
              <a:ext uri="{FF2B5EF4-FFF2-40B4-BE49-F238E27FC236}">
                <a16:creationId xmlns:a16="http://schemas.microsoft.com/office/drawing/2014/main" id="{5231E1E0-8077-4488-B2CC-41EE57968C34}"/>
              </a:ext>
            </a:extLst>
          </p:cNvPr>
          <p:cNvSpPr/>
          <p:nvPr/>
        </p:nvSpPr>
        <p:spPr>
          <a:xfrm flipH="1">
            <a:off x="6908099" y="2069680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82C7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8" name="Google Shape;79;p8">
            <a:extLst>
              <a:ext uri="{FF2B5EF4-FFF2-40B4-BE49-F238E27FC236}">
                <a16:creationId xmlns:a16="http://schemas.microsoft.com/office/drawing/2014/main" id="{4C8ABCD2-8E41-4A4E-9B62-3E6A107EE5E5}"/>
              </a:ext>
            </a:extLst>
          </p:cNvPr>
          <p:cNvSpPr/>
          <p:nvPr/>
        </p:nvSpPr>
        <p:spPr>
          <a:xfrm rot="16200000">
            <a:off x="6861141" y="247808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9" name="Google Shape;80;p8">
            <a:extLst>
              <a:ext uri="{FF2B5EF4-FFF2-40B4-BE49-F238E27FC236}">
                <a16:creationId xmlns:a16="http://schemas.microsoft.com/office/drawing/2014/main" id="{43A282AB-2A66-4664-9233-DF2AB76CF8EA}"/>
              </a:ext>
            </a:extLst>
          </p:cNvPr>
          <p:cNvSpPr/>
          <p:nvPr/>
        </p:nvSpPr>
        <p:spPr>
          <a:xfrm flipH="1">
            <a:off x="7965266" y="269319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0" name="Google Shape;81;p8">
            <a:extLst>
              <a:ext uri="{FF2B5EF4-FFF2-40B4-BE49-F238E27FC236}">
                <a16:creationId xmlns:a16="http://schemas.microsoft.com/office/drawing/2014/main" id="{699F01A5-86E2-4BB7-8F6F-6CA9D8F55C7F}"/>
              </a:ext>
            </a:extLst>
          </p:cNvPr>
          <p:cNvSpPr/>
          <p:nvPr/>
        </p:nvSpPr>
        <p:spPr>
          <a:xfrm flipH="1">
            <a:off x="8145082" y="330903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1" name="Google Shape;82;p8">
            <a:extLst>
              <a:ext uri="{FF2B5EF4-FFF2-40B4-BE49-F238E27FC236}">
                <a16:creationId xmlns:a16="http://schemas.microsoft.com/office/drawing/2014/main" id="{3D0066C0-3FD0-44B0-B641-4FD073EC750D}"/>
              </a:ext>
            </a:extLst>
          </p:cNvPr>
          <p:cNvSpPr/>
          <p:nvPr/>
        </p:nvSpPr>
        <p:spPr>
          <a:xfrm rot="16200000">
            <a:off x="7047599" y="3095345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2" name="Google Shape;83;p8">
            <a:extLst>
              <a:ext uri="{FF2B5EF4-FFF2-40B4-BE49-F238E27FC236}">
                <a16:creationId xmlns:a16="http://schemas.microsoft.com/office/drawing/2014/main" id="{6AAF729D-7BF9-4D44-841E-0A2ED043F2BD}"/>
              </a:ext>
            </a:extLst>
          </p:cNvPr>
          <p:cNvSpPr/>
          <p:nvPr/>
        </p:nvSpPr>
        <p:spPr>
          <a:xfrm flipH="1">
            <a:off x="7276649" y="330278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3" name="Google Shape;84;p8">
            <a:extLst>
              <a:ext uri="{FF2B5EF4-FFF2-40B4-BE49-F238E27FC236}">
                <a16:creationId xmlns:a16="http://schemas.microsoft.com/office/drawing/2014/main" id="{2A587CCD-4792-4A42-8081-B670A46497F1}"/>
              </a:ext>
            </a:extLst>
          </p:cNvPr>
          <p:cNvSpPr/>
          <p:nvPr/>
        </p:nvSpPr>
        <p:spPr>
          <a:xfrm rot="16200000">
            <a:off x="7227414" y="371118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0145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4" name="Google Shape;85;p8">
            <a:extLst>
              <a:ext uri="{FF2B5EF4-FFF2-40B4-BE49-F238E27FC236}">
                <a16:creationId xmlns:a16="http://schemas.microsoft.com/office/drawing/2014/main" id="{EF2B95D2-22B4-431F-81CC-7A4135606326}"/>
              </a:ext>
            </a:extLst>
          </p:cNvPr>
          <p:cNvSpPr/>
          <p:nvPr/>
        </p:nvSpPr>
        <p:spPr>
          <a:xfrm flipH="1">
            <a:off x="7462448" y="3918625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5" name="Google Shape;86;p8">
            <a:extLst>
              <a:ext uri="{FF2B5EF4-FFF2-40B4-BE49-F238E27FC236}">
                <a16:creationId xmlns:a16="http://schemas.microsoft.com/office/drawing/2014/main" id="{E70AC1A1-3F84-4DF4-B8DE-7043B8F58946}"/>
              </a:ext>
            </a:extLst>
          </p:cNvPr>
          <p:cNvSpPr/>
          <p:nvPr/>
        </p:nvSpPr>
        <p:spPr>
          <a:xfrm rot="16200000">
            <a:off x="8102491" y="371885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6" name="Google Shape;87;p8">
            <a:extLst>
              <a:ext uri="{FF2B5EF4-FFF2-40B4-BE49-F238E27FC236}">
                <a16:creationId xmlns:a16="http://schemas.microsoft.com/office/drawing/2014/main" id="{A92167D1-51CD-4FA8-8D55-C564B1A5191F}"/>
              </a:ext>
            </a:extLst>
          </p:cNvPr>
          <p:cNvSpPr/>
          <p:nvPr/>
        </p:nvSpPr>
        <p:spPr>
          <a:xfrm flipH="1">
            <a:off x="8334533" y="3926292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7" name="Google Shape;88;p8">
            <a:extLst>
              <a:ext uri="{FF2B5EF4-FFF2-40B4-BE49-F238E27FC236}">
                <a16:creationId xmlns:a16="http://schemas.microsoft.com/office/drawing/2014/main" id="{0F2A4BB4-14CF-4950-8227-EEA86A45535E}"/>
              </a:ext>
            </a:extLst>
          </p:cNvPr>
          <p:cNvSpPr/>
          <p:nvPr/>
        </p:nvSpPr>
        <p:spPr>
          <a:xfrm rot="16200000">
            <a:off x="8288290" y="4334700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8043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71;p8">
            <a:extLst>
              <a:ext uri="{FF2B5EF4-FFF2-40B4-BE49-F238E27FC236}">
                <a16:creationId xmlns:a16="http://schemas.microsoft.com/office/drawing/2014/main" id="{A74D2F9F-51B7-49A7-B8A0-1F13977D6B29}"/>
              </a:ext>
            </a:extLst>
          </p:cNvPr>
          <p:cNvSpPr/>
          <p:nvPr/>
        </p:nvSpPr>
        <p:spPr>
          <a:xfrm rot="5400000">
            <a:off x="4407900" y="-1500"/>
            <a:ext cx="4734600" cy="4737600"/>
          </a:xfrm>
          <a:prstGeom prst="diagStripe">
            <a:avLst>
              <a:gd name="adj" fmla="val 49469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1" name="Google Shape;72;p8">
            <a:extLst>
              <a:ext uri="{FF2B5EF4-FFF2-40B4-BE49-F238E27FC236}">
                <a16:creationId xmlns:a16="http://schemas.microsoft.com/office/drawing/2014/main" id="{C8614174-D816-48C5-8D98-F64D2C04B4B9}"/>
              </a:ext>
            </a:extLst>
          </p:cNvPr>
          <p:cNvSpPr/>
          <p:nvPr/>
        </p:nvSpPr>
        <p:spPr>
          <a:xfrm rot="5400000">
            <a:off x="4840825" y="6000"/>
            <a:ext cx="4298700" cy="4286700"/>
          </a:xfrm>
          <a:prstGeom prst="diagStripe">
            <a:avLst>
              <a:gd name="adj" fmla="val 0"/>
            </a:avLst>
          </a:prstGeom>
          <a:solidFill>
            <a:srgbClr val="FFFFFF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2" name="Google Shape;73;p8">
            <a:extLst>
              <a:ext uri="{FF2B5EF4-FFF2-40B4-BE49-F238E27FC236}">
                <a16:creationId xmlns:a16="http://schemas.microsoft.com/office/drawing/2014/main" id="{C6A20AAB-7572-4734-B51A-E7F4CCF2AF95}"/>
              </a:ext>
            </a:extLst>
          </p:cNvPr>
          <p:cNvSpPr/>
          <p:nvPr/>
        </p:nvSpPr>
        <p:spPr>
          <a:xfrm rot="16200000">
            <a:off x="5618399" y="123664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3" name="Google Shape;74;p8">
            <a:extLst>
              <a:ext uri="{FF2B5EF4-FFF2-40B4-BE49-F238E27FC236}">
                <a16:creationId xmlns:a16="http://schemas.microsoft.com/office/drawing/2014/main" id="{8B180616-A468-4B60-B2F3-ACEA3C59CB7C}"/>
              </a:ext>
            </a:extLst>
          </p:cNvPr>
          <p:cNvSpPr/>
          <p:nvPr/>
        </p:nvSpPr>
        <p:spPr>
          <a:xfrm flipH="1">
            <a:off x="5849857" y="144407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4" name="Google Shape;75;p8">
            <a:extLst>
              <a:ext uri="{FF2B5EF4-FFF2-40B4-BE49-F238E27FC236}">
                <a16:creationId xmlns:a16="http://schemas.microsoft.com/office/drawing/2014/main" id="{71B4E9C9-0422-4A37-9532-C8AF6962C3A9}"/>
              </a:ext>
            </a:extLst>
          </p:cNvPr>
          <p:cNvSpPr/>
          <p:nvPr/>
        </p:nvSpPr>
        <p:spPr>
          <a:xfrm rot="16200000">
            <a:off x="5987081" y="2469743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5" name="Google Shape;76;p8">
            <a:extLst>
              <a:ext uri="{FF2B5EF4-FFF2-40B4-BE49-F238E27FC236}">
                <a16:creationId xmlns:a16="http://schemas.microsoft.com/office/drawing/2014/main" id="{F6EAAA07-32FD-4FE4-9F34-F0CFCEE38F13}"/>
              </a:ext>
            </a:extLst>
          </p:cNvPr>
          <p:cNvSpPr/>
          <p:nvPr/>
        </p:nvSpPr>
        <p:spPr>
          <a:xfrm flipH="1">
            <a:off x="6222115" y="2677179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6" name="Google Shape;77;p8">
            <a:extLst>
              <a:ext uri="{FF2B5EF4-FFF2-40B4-BE49-F238E27FC236}">
                <a16:creationId xmlns:a16="http://schemas.microsoft.com/office/drawing/2014/main" id="{05042B2D-E7C5-41F2-BB2D-6A43E7E51AFA}"/>
              </a:ext>
            </a:extLst>
          </p:cNvPr>
          <p:cNvSpPr/>
          <p:nvPr/>
        </p:nvSpPr>
        <p:spPr>
          <a:xfrm rot="16200000">
            <a:off x="6675341" y="1862244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8" name="Google Shape;79;p8">
            <a:extLst>
              <a:ext uri="{FF2B5EF4-FFF2-40B4-BE49-F238E27FC236}">
                <a16:creationId xmlns:a16="http://schemas.microsoft.com/office/drawing/2014/main" id="{4C8ABCD2-8E41-4A4E-9B62-3E6A107EE5E5}"/>
              </a:ext>
            </a:extLst>
          </p:cNvPr>
          <p:cNvSpPr/>
          <p:nvPr/>
        </p:nvSpPr>
        <p:spPr>
          <a:xfrm rot="16200000">
            <a:off x="6861141" y="2478088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9" name="Google Shape;80;p8">
            <a:extLst>
              <a:ext uri="{FF2B5EF4-FFF2-40B4-BE49-F238E27FC236}">
                <a16:creationId xmlns:a16="http://schemas.microsoft.com/office/drawing/2014/main" id="{43A282AB-2A66-4664-9233-DF2AB76CF8EA}"/>
              </a:ext>
            </a:extLst>
          </p:cNvPr>
          <p:cNvSpPr/>
          <p:nvPr/>
        </p:nvSpPr>
        <p:spPr>
          <a:xfrm flipH="1">
            <a:off x="7965266" y="269319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0" name="Google Shape;81;p8">
            <a:extLst>
              <a:ext uri="{FF2B5EF4-FFF2-40B4-BE49-F238E27FC236}">
                <a16:creationId xmlns:a16="http://schemas.microsoft.com/office/drawing/2014/main" id="{699F01A5-86E2-4BB7-8F6F-6CA9D8F55C7F}"/>
              </a:ext>
            </a:extLst>
          </p:cNvPr>
          <p:cNvSpPr/>
          <p:nvPr/>
        </p:nvSpPr>
        <p:spPr>
          <a:xfrm flipH="1">
            <a:off x="8145082" y="330903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1" name="Google Shape;82;p8">
            <a:extLst>
              <a:ext uri="{FF2B5EF4-FFF2-40B4-BE49-F238E27FC236}">
                <a16:creationId xmlns:a16="http://schemas.microsoft.com/office/drawing/2014/main" id="{3D0066C0-3FD0-44B0-B641-4FD073EC750D}"/>
              </a:ext>
            </a:extLst>
          </p:cNvPr>
          <p:cNvSpPr/>
          <p:nvPr/>
        </p:nvSpPr>
        <p:spPr>
          <a:xfrm rot="16200000">
            <a:off x="7047599" y="3095345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2" name="Google Shape;83;p8">
            <a:extLst>
              <a:ext uri="{FF2B5EF4-FFF2-40B4-BE49-F238E27FC236}">
                <a16:creationId xmlns:a16="http://schemas.microsoft.com/office/drawing/2014/main" id="{6AAF729D-7BF9-4D44-841E-0A2ED043F2BD}"/>
              </a:ext>
            </a:extLst>
          </p:cNvPr>
          <p:cNvSpPr/>
          <p:nvPr/>
        </p:nvSpPr>
        <p:spPr>
          <a:xfrm flipH="1">
            <a:off x="7276649" y="3302781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4" name="Google Shape;85;p8">
            <a:extLst>
              <a:ext uri="{FF2B5EF4-FFF2-40B4-BE49-F238E27FC236}">
                <a16:creationId xmlns:a16="http://schemas.microsoft.com/office/drawing/2014/main" id="{EF2B95D2-22B4-431F-81CC-7A4135606326}"/>
              </a:ext>
            </a:extLst>
          </p:cNvPr>
          <p:cNvSpPr/>
          <p:nvPr/>
        </p:nvSpPr>
        <p:spPr>
          <a:xfrm flipH="1">
            <a:off x="7462448" y="3918625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5" name="Google Shape;86;p8">
            <a:extLst>
              <a:ext uri="{FF2B5EF4-FFF2-40B4-BE49-F238E27FC236}">
                <a16:creationId xmlns:a16="http://schemas.microsoft.com/office/drawing/2014/main" id="{E70AC1A1-3F84-4DF4-B8DE-7043B8F58946}"/>
              </a:ext>
            </a:extLst>
          </p:cNvPr>
          <p:cNvSpPr/>
          <p:nvPr/>
        </p:nvSpPr>
        <p:spPr>
          <a:xfrm rot="16200000">
            <a:off x="8102491" y="3718856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6" name="Google Shape;87;p8">
            <a:extLst>
              <a:ext uri="{FF2B5EF4-FFF2-40B4-BE49-F238E27FC236}">
                <a16:creationId xmlns:a16="http://schemas.microsoft.com/office/drawing/2014/main" id="{A92167D1-51CD-4FA8-8D55-C564B1A5191F}"/>
              </a:ext>
            </a:extLst>
          </p:cNvPr>
          <p:cNvSpPr/>
          <p:nvPr/>
        </p:nvSpPr>
        <p:spPr>
          <a:xfrm flipH="1">
            <a:off x="8334533" y="3926292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7" name="Google Shape;88;p8">
            <a:extLst>
              <a:ext uri="{FF2B5EF4-FFF2-40B4-BE49-F238E27FC236}">
                <a16:creationId xmlns:a16="http://schemas.microsoft.com/office/drawing/2014/main" id="{0F2A4BB4-14CF-4950-8227-EEA86A45535E}"/>
              </a:ext>
            </a:extLst>
          </p:cNvPr>
          <p:cNvSpPr/>
          <p:nvPr/>
        </p:nvSpPr>
        <p:spPr>
          <a:xfrm rot="16200000">
            <a:off x="8288290" y="4334700"/>
            <a:ext cx="808800" cy="808800"/>
          </a:xfrm>
          <a:prstGeom prst="diagStripe">
            <a:avLst>
              <a:gd name="adj" fmla="val 50000"/>
            </a:avLst>
          </a:prstGeom>
          <a:solidFill>
            <a:srgbClr val="FFFFFF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3381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819</TotalTime>
  <Words>2335</Words>
  <Application>Microsoft Office PowerPoint</Application>
  <PresentationFormat>On-screen Show (16:9)</PresentationFormat>
  <Paragraphs>156</Paragraphs>
  <Slides>31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Montserrat</vt:lpstr>
      <vt:lpstr>UTM Bebas</vt:lpstr>
      <vt:lpstr>Office Theme</vt:lpstr>
      <vt:lpstr>Paintbrush Picture</vt:lpstr>
      <vt:lpstr>PowerPoint Presentation</vt:lpstr>
      <vt:lpstr>Thành Viên nhóm</vt:lpstr>
      <vt:lpstr>Đề tài: </vt:lpstr>
      <vt:lpstr>Nội dung chính</vt:lpstr>
      <vt:lpstr>1. Tổng quan về tình hình bảo mật hiện nay</vt:lpstr>
      <vt:lpstr>1. Tổng quan về tình hình bảo mật hiện nay</vt:lpstr>
      <vt:lpstr>1. Tổng quan về tình hình bảo mật hiện nay</vt:lpstr>
      <vt:lpstr>1. Tổng quan về tình hình bảo mật hiện nay</vt:lpstr>
      <vt:lpstr>2. Giới thiệu về hệ thống IDS</vt:lpstr>
      <vt:lpstr>2. Giới thiệu về hệ thống IDS</vt:lpstr>
      <vt:lpstr>2. Giới thiệu về hệ thống IDS</vt:lpstr>
      <vt:lpstr>2. Giới thiệu về hệ thống IDS</vt:lpstr>
      <vt:lpstr>2. Giới thiệu về hệ thống IDS</vt:lpstr>
      <vt:lpstr>2. Giới thiệu về hệ thống IDS</vt:lpstr>
      <vt:lpstr>2. Giới thiệu về hệ thống IDS</vt:lpstr>
      <vt:lpstr>2. Giới thiệu về hệ thống IDS</vt:lpstr>
      <vt:lpstr>2. Giới thiệu về hệ thống IDS</vt:lpstr>
      <vt:lpstr>2. Giới thiệu về hệ thống IDS</vt:lpstr>
      <vt:lpstr>2. Giới thiệu về hệ thống IDS</vt:lpstr>
      <vt:lpstr>2. Giới thiệu về hệ thống IDS</vt:lpstr>
      <vt:lpstr>2. Giới thiệu về hệ thống IDS</vt:lpstr>
      <vt:lpstr>3. Nghiên cứu ứng dụng IDS SNORT  </vt:lpstr>
      <vt:lpstr>3. Nghiên cứu ứng dụng IDS SNORT </vt:lpstr>
      <vt:lpstr>3. Nghiên cứu ứng dụng IDS SNORT </vt:lpstr>
      <vt:lpstr>3. Nghiên cứu ứng dụng IDS SNORT </vt:lpstr>
      <vt:lpstr>3. Nghiên cứu ứng dụng IDS SNORT </vt:lpstr>
      <vt:lpstr>3. Nghiên cứu ứng dụng IDS SNORT </vt:lpstr>
      <vt:lpstr>3. Nghiên cứu ứng dụng IDS SNORT </vt:lpstr>
      <vt:lpstr>4. CÀI ĐẶT CẤU HÌNH VÀ XẬY DỰNG ỨNG DỤNG HỆ THỐNG PHÁT HIỆN XÂM NHẬP IDS SNORT</vt:lpstr>
      <vt:lpstr>Demo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ĐỒ ÁN Môn học: Bảo mật thông tin</dc:title>
  <dc:creator>Phước Đại Nguyễn</dc:creator>
  <cp:lastModifiedBy>Luongxuannhat</cp:lastModifiedBy>
  <cp:revision>92</cp:revision>
  <dcterms:created xsi:type="dcterms:W3CDTF">2021-04-13T11:47:48Z</dcterms:created>
  <dcterms:modified xsi:type="dcterms:W3CDTF">2022-10-16T09:28:13Z</dcterms:modified>
</cp:coreProperties>
</file>